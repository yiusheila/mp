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32"/>
    <p:restoredTop sz="94647"/>
  </p:normalViewPr>
  <p:slideViewPr>
    <p:cSldViewPr snapToGrid="0" snapToObjects="1">
      <p:cViewPr varScale="1">
        <p:scale>
          <a:sx n="105" d="100"/>
          <a:sy n="105" d="100"/>
        </p:scale>
        <p:origin x="200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EABE-FC6F-6E45-AFE1-6A8CEDF66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E94D7A-64A4-7C4B-900F-E6BD57931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37F13-B3EB-8440-9A6D-9B4FD3223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5C82-B6D9-8A4C-9227-44D6F653DF3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CB540-57A3-F44D-8326-3D8D33DB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32557-B8B3-6241-87DA-21A58E32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25E6-0665-674E-ACB2-FFDFF9FF1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CA37-F143-2E4E-914F-3FB3AE94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396EE-949C-ED4F-BD7C-F27A8E1EF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E5F7D-FB85-2141-A005-A1111C8CB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5C82-B6D9-8A4C-9227-44D6F653DF3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3EAD0-F24B-C146-B0D7-0A0F821B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CCC07-9E85-FF4F-BA73-B83B45D4C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25E6-0665-674E-ACB2-FFDFF9FF1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7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ADFA-4410-7948-806F-CB6DD87DC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32FDF-AD97-C746-AE1B-E17E4DEFE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76603-4E28-7844-876E-7AABEC19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5C82-B6D9-8A4C-9227-44D6F653DF3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4426D-9566-494F-88FD-40AA4606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78908-8E0A-8944-901E-077AF896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25E6-0665-674E-ACB2-FFDFF9FF1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6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EF8C9-35B1-A847-AEB2-AC274E441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628AF-6BA3-5B41-BDC9-3E7CD11E3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1D881-3422-9F43-BFA8-7FBCFDC73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226AA7-D9B8-5F43-9786-91F9FF85B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5C82-B6D9-8A4C-9227-44D6F653DF3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9D346-E2F7-E34D-936B-625F628BC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0166A-C74D-6240-99C6-40D20884A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25E6-0665-674E-ACB2-FFDFF9FF1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74F0-52E1-904C-A917-5AF8D51C8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7CD4B-FC5A-DE4B-843E-C5463130D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CAD7B-2A47-7F4D-B375-B66690556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EA65E8-A3C3-2547-865B-21B19A637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74921C-A01A-784A-A6A4-1A21D62A5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F98316-30FE-B240-B95F-B96FCE37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5C82-B6D9-8A4C-9227-44D6F653DF3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0FAA36-E291-824F-A68C-4AD40441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D95D9-0B76-2B48-9340-F48575C4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25E6-0665-674E-ACB2-FFDFF9FF1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3DCD-112B-F542-A413-48EF3A1E3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B40CF-2DC5-C048-92C5-709BE5B17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5C82-B6D9-8A4C-9227-44D6F653DF3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0E8DD-5288-7642-9A94-BB9AE70C0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393D6-541B-DE4A-A372-0EC425B5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25E6-0665-674E-ACB2-FFDFF9FF1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9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B977C0-B22F-B64E-AF8F-F8ED608C1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5C82-B6D9-8A4C-9227-44D6F653DF3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7FDE5-33DC-3142-B0F2-F4BA85426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27BF1-64E2-FF46-8CDB-80A79AB9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25E6-0665-674E-ACB2-FFDFF9FF1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3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8917-698A-6740-BBC4-EE075C58C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7DF4-30A4-9940-9A28-8F545D2DE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91A1A-07A5-E440-B874-68B0611EA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EFCC5-A945-1A4C-9DA6-15741764D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5C82-B6D9-8A4C-9227-44D6F653DF3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3BF01-F635-3145-9805-7ECC8762F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25227-9801-BD4D-9D28-99FB2786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25E6-0665-674E-ACB2-FFDFF9FF1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4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05DE8-CB11-234A-877D-05B997867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A78F29-B02B-2441-9F8F-FAC35D818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087D8-DF8B-7946-9029-3681BD851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7A859-6692-2848-9422-9A7CD6E10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5C82-B6D9-8A4C-9227-44D6F653DF3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F3432-5037-AA4A-A355-8B850A90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5F205-2F0E-1C43-B54A-448383C5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25E6-0665-674E-ACB2-FFDFF9FF1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90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9057-8B3E-3D43-A432-99E078C2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1603C-D6AA-8A4E-BB58-A9CE64D64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09C10-0F92-8D4C-9101-A852252D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5C82-B6D9-8A4C-9227-44D6F653DF3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B83A3-9D65-4248-A227-445846E4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5815B-CC30-2444-9BBB-EB44B6855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25E6-0665-674E-ACB2-FFDFF9FF1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6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83E3CE-448A-8A45-8DD7-B47705DB4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B7E793-8FA0-454A-977D-E7ACA99EE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11BEB-65AB-BE4D-B862-A6EF31262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5C82-B6D9-8A4C-9227-44D6F653DF3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CABC0-F98A-A547-BEEE-9C33798D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A4093-7707-454E-B92B-47240C79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25E6-0665-674E-ACB2-FFDFF9FF1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7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3FE0C0-3446-5A42-BFAA-C346F974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3132C-2559-4A4A-940E-B77B12F30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C214-2FC5-2B40-81B7-F356C7811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55C82-B6D9-8A4C-9227-44D6F653DF3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DD304-309E-6848-A688-1EA023DBC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F3598-FD8C-F544-B147-5DA7740D1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D25E6-0665-674E-ACB2-FFDFF9FF1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6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D0A06EBE-8104-3246-BDBE-55370A7E8F66}"/>
              </a:ext>
            </a:extLst>
          </p:cNvPr>
          <p:cNvGrpSpPr/>
          <p:nvPr/>
        </p:nvGrpSpPr>
        <p:grpSpPr>
          <a:xfrm>
            <a:off x="3486814" y="1328478"/>
            <a:ext cx="3689044" cy="3713782"/>
            <a:chOff x="3302696" y="949657"/>
            <a:chExt cx="3689044" cy="371378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0BCD129-BF96-1C4F-98DF-62A5210A83AD}"/>
                </a:ext>
              </a:extLst>
            </p:cNvPr>
            <p:cNvSpPr/>
            <p:nvPr/>
          </p:nvSpPr>
          <p:spPr>
            <a:xfrm>
              <a:off x="3302696" y="1738613"/>
              <a:ext cx="2793304" cy="651353"/>
            </a:xfrm>
            <a:prstGeom prst="ellips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3AF3596-D543-4844-A19A-D7FDBE7A03DC}"/>
                </a:ext>
              </a:extLst>
            </p:cNvPr>
            <p:cNvCxnSpPr>
              <a:cxnSpLocks/>
              <a:stCxn id="6" idx="2"/>
              <a:endCxn id="4" idx="2"/>
            </p:cNvCxnSpPr>
            <p:nvPr/>
          </p:nvCxnSpPr>
          <p:spPr>
            <a:xfrm>
              <a:off x="3302696" y="2064290"/>
              <a:ext cx="0" cy="2273473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BBD72AE-4B57-C643-AABB-5A95D80412B5}"/>
                </a:ext>
              </a:extLst>
            </p:cNvPr>
            <p:cNvCxnSpPr>
              <a:cxnSpLocks/>
              <a:stCxn id="6" idx="6"/>
              <a:endCxn id="4" idx="6"/>
            </p:cNvCxnSpPr>
            <p:nvPr/>
          </p:nvCxnSpPr>
          <p:spPr>
            <a:xfrm>
              <a:off x="6096000" y="2064290"/>
              <a:ext cx="0" cy="2273473"/>
            </a:xfrm>
            <a:prstGeom prst="line">
              <a:avLst/>
            </a:prstGeom>
            <a:noFill/>
            <a:ln w="254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65AFE1E-E6B4-4C43-8081-332E60BFFA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9348" y="1318990"/>
              <a:ext cx="0" cy="301877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8831C36-2751-B04E-BC6E-34D639F5F592}"/>
                </a:ext>
              </a:extLst>
            </p:cNvPr>
            <p:cNvCxnSpPr>
              <a:cxnSpLocks/>
            </p:cNvCxnSpPr>
            <p:nvPr/>
          </p:nvCxnSpPr>
          <p:spPr>
            <a:xfrm>
              <a:off x="4699348" y="4337762"/>
              <a:ext cx="200834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18C58A6-432A-854B-9787-5B5DFB5391B3}"/>
                </a:ext>
              </a:extLst>
            </p:cNvPr>
            <p:cNvSpPr/>
            <p:nvPr/>
          </p:nvSpPr>
          <p:spPr>
            <a:xfrm>
              <a:off x="3302696" y="4012086"/>
              <a:ext cx="2793304" cy="65135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D02F7A-CD74-7C40-813E-AF6F6ED8B1A8}"/>
                </a:ext>
              </a:extLst>
            </p:cNvPr>
            <p:cNvSpPr txBox="1"/>
            <p:nvPr/>
          </p:nvSpPr>
          <p:spPr>
            <a:xfrm>
              <a:off x="4372175" y="949657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Dose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72172DE-E422-C44E-9E99-57220D255D2C}"/>
                </a:ext>
              </a:extLst>
            </p:cNvPr>
            <p:cNvSpPr txBox="1"/>
            <p:nvPr/>
          </p:nvSpPr>
          <p:spPr>
            <a:xfrm>
              <a:off x="6707688" y="4153096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x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F2CD6BA-0F5A-BA4D-92FC-64DF284CC6C5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3302696" y="2064290"/>
              <a:ext cx="1396652" cy="764086"/>
            </a:xfrm>
            <a:prstGeom prst="line">
              <a:avLst/>
            </a:prstGeom>
            <a:noFill/>
            <a:ln w="254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87AF55E-9BA3-E243-A980-8EE064AF2E4A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 flipH="1">
              <a:off x="4699348" y="2064290"/>
              <a:ext cx="1396652" cy="764086"/>
            </a:xfrm>
            <a:prstGeom prst="line">
              <a:avLst/>
            </a:prstGeom>
            <a:noFill/>
            <a:ln w="254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9D85761-C01E-CE41-8C08-C1D1F15E0FCB}"/>
                </a:ext>
              </a:extLst>
            </p:cNvPr>
            <p:cNvCxnSpPr>
              <a:cxnSpLocks/>
              <a:endCxn id="6" idx="6"/>
            </p:cNvCxnSpPr>
            <p:nvPr/>
          </p:nvCxnSpPr>
          <p:spPr>
            <a:xfrm>
              <a:off x="4641530" y="2064290"/>
              <a:ext cx="145447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dash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82FEB7C-6942-6546-AB7D-986A5B63D3A7}"/>
                </a:ext>
              </a:extLst>
            </p:cNvPr>
            <p:cNvCxnSpPr>
              <a:cxnSpLocks/>
            </p:cNvCxnSpPr>
            <p:nvPr/>
          </p:nvCxnSpPr>
          <p:spPr>
            <a:xfrm>
              <a:off x="4641530" y="2828376"/>
              <a:ext cx="11365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dash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A2A7A61-BBDB-F24B-80B0-20BA9BA1151B}"/>
                </a:ext>
              </a:extLst>
            </p:cNvPr>
            <p:cNvSpPr txBox="1"/>
            <p:nvPr/>
          </p:nvSpPr>
          <p:spPr>
            <a:xfrm>
              <a:off x="4336893" y="1879623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ED3A077-149C-FA4C-9B28-4BFBF8DAD27D}"/>
                </a:ext>
              </a:extLst>
            </p:cNvPr>
            <p:cNvSpPr txBox="1"/>
            <p:nvPr/>
          </p:nvSpPr>
          <p:spPr>
            <a:xfrm>
              <a:off x="4336893" y="2643710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chemeClr val="bg1"/>
                  </a:solidFill>
                </a:rPr>
                <a:t>C</a:t>
              </a:r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F5FCC485-B6DA-3F4C-A9BF-2E45DD37AD45}"/>
              </a:ext>
            </a:extLst>
          </p:cNvPr>
          <p:cNvSpPr/>
          <p:nvPr/>
        </p:nvSpPr>
        <p:spPr>
          <a:xfrm rot="5400000">
            <a:off x="7360395" y="3319931"/>
            <a:ext cx="2793304" cy="651353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669AA05-17BE-554A-84D2-6F50DE848AA6}"/>
              </a:ext>
            </a:extLst>
          </p:cNvPr>
          <p:cNvSpPr/>
          <p:nvPr/>
        </p:nvSpPr>
        <p:spPr>
          <a:xfrm rot="5400000">
            <a:off x="9695764" y="3319931"/>
            <a:ext cx="2793304" cy="651353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5015A05-F3A5-EC4B-BEFF-4F871993FFE7}"/>
              </a:ext>
            </a:extLst>
          </p:cNvPr>
          <p:cNvCxnSpPr>
            <a:stCxn id="46" idx="2"/>
            <a:endCxn id="47" idx="2"/>
          </p:cNvCxnSpPr>
          <p:nvPr/>
        </p:nvCxnSpPr>
        <p:spPr>
          <a:xfrm>
            <a:off x="8757047" y="2248956"/>
            <a:ext cx="2335369" cy="0"/>
          </a:xfrm>
          <a:prstGeom prst="lin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61B940C-EE30-A142-B0FB-020979F8E584}"/>
              </a:ext>
            </a:extLst>
          </p:cNvPr>
          <p:cNvCxnSpPr>
            <a:cxnSpLocks/>
            <a:stCxn id="46" idx="6"/>
            <a:endCxn id="47" idx="6"/>
          </p:cNvCxnSpPr>
          <p:nvPr/>
        </p:nvCxnSpPr>
        <p:spPr>
          <a:xfrm>
            <a:off x="8757047" y="5042260"/>
            <a:ext cx="2335369" cy="0"/>
          </a:xfrm>
          <a:prstGeom prst="lin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806A194-A176-FD4A-9B1A-18EFD1D8C4EB}"/>
              </a:ext>
            </a:extLst>
          </p:cNvPr>
          <p:cNvSpPr/>
          <p:nvPr/>
        </p:nvSpPr>
        <p:spPr>
          <a:xfrm rot="5400000">
            <a:off x="8497925" y="3319932"/>
            <a:ext cx="2793304" cy="651353"/>
          </a:xfrm>
          <a:prstGeom prst="ellipse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0EDF13F-CACE-9B4C-A1CD-79E2EAFC9FA6}"/>
              </a:ext>
            </a:extLst>
          </p:cNvPr>
          <p:cNvSpPr/>
          <p:nvPr/>
        </p:nvSpPr>
        <p:spPr>
          <a:xfrm rot="5400000">
            <a:off x="8805049" y="3319931"/>
            <a:ext cx="2793304" cy="651353"/>
          </a:xfrm>
          <a:prstGeom prst="ellipse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2412C6E9-0C2D-1547-A9EC-E3FEDF93E259}"/>
              </a:ext>
            </a:extLst>
          </p:cNvPr>
          <p:cNvSpPr/>
          <p:nvPr/>
        </p:nvSpPr>
        <p:spPr>
          <a:xfrm>
            <a:off x="9567623" y="2248955"/>
            <a:ext cx="616801" cy="2808891"/>
          </a:xfrm>
          <a:custGeom>
            <a:avLst/>
            <a:gdLst>
              <a:gd name="connsiteX0" fmla="*/ 291724 w 615678"/>
              <a:gd name="connsiteY0" fmla="*/ 45156 h 2907805"/>
              <a:gd name="connsiteX1" fmla="*/ 36542 w 615678"/>
              <a:gd name="connsiteY1" fmla="*/ 661844 h 2907805"/>
              <a:gd name="connsiteX2" fmla="*/ 29454 w 615678"/>
              <a:gd name="connsiteY2" fmla="*/ 2185844 h 2907805"/>
              <a:gd name="connsiteX3" fmla="*/ 298812 w 615678"/>
              <a:gd name="connsiteY3" fmla="*/ 2852151 h 2907805"/>
              <a:gd name="connsiteX4" fmla="*/ 610700 w 615678"/>
              <a:gd name="connsiteY4" fmla="*/ 2852151 h 2907805"/>
              <a:gd name="connsiteX5" fmla="*/ 476021 w 615678"/>
              <a:gd name="connsiteY5" fmla="*/ 2696207 h 2907805"/>
              <a:gd name="connsiteX6" fmla="*/ 291724 w 615678"/>
              <a:gd name="connsiteY6" fmla="*/ 1377770 h 2907805"/>
              <a:gd name="connsiteX7" fmla="*/ 468933 w 615678"/>
              <a:gd name="connsiteY7" fmla="*/ 222365 h 2907805"/>
              <a:gd name="connsiteX8" fmla="*/ 610700 w 615678"/>
              <a:gd name="connsiteY8" fmla="*/ 66421 h 2907805"/>
              <a:gd name="connsiteX9" fmla="*/ 291724 w 615678"/>
              <a:gd name="connsiteY9" fmla="*/ 45156 h 2907805"/>
              <a:gd name="connsiteX0" fmla="*/ 231913 w 614884"/>
              <a:gd name="connsiteY0" fmla="*/ 57112 h 2877231"/>
              <a:gd name="connsiteX1" fmla="*/ 33438 w 614884"/>
              <a:gd name="connsiteY1" fmla="*/ 631270 h 2877231"/>
              <a:gd name="connsiteX2" fmla="*/ 26350 w 614884"/>
              <a:gd name="connsiteY2" fmla="*/ 2155270 h 2877231"/>
              <a:gd name="connsiteX3" fmla="*/ 295708 w 614884"/>
              <a:gd name="connsiteY3" fmla="*/ 2821577 h 2877231"/>
              <a:gd name="connsiteX4" fmla="*/ 607596 w 614884"/>
              <a:gd name="connsiteY4" fmla="*/ 2821577 h 2877231"/>
              <a:gd name="connsiteX5" fmla="*/ 472917 w 614884"/>
              <a:gd name="connsiteY5" fmla="*/ 2665633 h 2877231"/>
              <a:gd name="connsiteX6" fmla="*/ 288620 w 614884"/>
              <a:gd name="connsiteY6" fmla="*/ 1347196 h 2877231"/>
              <a:gd name="connsiteX7" fmla="*/ 465829 w 614884"/>
              <a:gd name="connsiteY7" fmla="*/ 191791 h 2877231"/>
              <a:gd name="connsiteX8" fmla="*/ 607596 w 614884"/>
              <a:gd name="connsiteY8" fmla="*/ 35847 h 2877231"/>
              <a:gd name="connsiteX9" fmla="*/ 231913 w 614884"/>
              <a:gd name="connsiteY9" fmla="*/ 57112 h 2877231"/>
              <a:gd name="connsiteX0" fmla="*/ 231913 w 614884"/>
              <a:gd name="connsiteY0" fmla="*/ 33746 h 2853865"/>
              <a:gd name="connsiteX1" fmla="*/ 33438 w 614884"/>
              <a:gd name="connsiteY1" fmla="*/ 607904 h 2853865"/>
              <a:gd name="connsiteX2" fmla="*/ 26350 w 614884"/>
              <a:gd name="connsiteY2" fmla="*/ 2131904 h 2853865"/>
              <a:gd name="connsiteX3" fmla="*/ 295708 w 614884"/>
              <a:gd name="connsiteY3" fmla="*/ 2798211 h 2853865"/>
              <a:gd name="connsiteX4" fmla="*/ 607596 w 614884"/>
              <a:gd name="connsiteY4" fmla="*/ 2798211 h 2853865"/>
              <a:gd name="connsiteX5" fmla="*/ 472917 w 614884"/>
              <a:gd name="connsiteY5" fmla="*/ 2642267 h 2853865"/>
              <a:gd name="connsiteX6" fmla="*/ 288620 w 614884"/>
              <a:gd name="connsiteY6" fmla="*/ 1323830 h 2853865"/>
              <a:gd name="connsiteX7" fmla="*/ 465829 w 614884"/>
              <a:gd name="connsiteY7" fmla="*/ 168425 h 2853865"/>
              <a:gd name="connsiteX8" fmla="*/ 607596 w 614884"/>
              <a:gd name="connsiteY8" fmla="*/ 12481 h 2853865"/>
              <a:gd name="connsiteX9" fmla="*/ 231913 w 614884"/>
              <a:gd name="connsiteY9" fmla="*/ 33746 h 2853865"/>
              <a:gd name="connsiteX0" fmla="*/ 231913 w 614884"/>
              <a:gd name="connsiteY0" fmla="*/ 60075 h 2880194"/>
              <a:gd name="connsiteX1" fmla="*/ 33438 w 614884"/>
              <a:gd name="connsiteY1" fmla="*/ 634233 h 2880194"/>
              <a:gd name="connsiteX2" fmla="*/ 26350 w 614884"/>
              <a:gd name="connsiteY2" fmla="*/ 2158233 h 2880194"/>
              <a:gd name="connsiteX3" fmla="*/ 295708 w 614884"/>
              <a:gd name="connsiteY3" fmla="*/ 2824540 h 2880194"/>
              <a:gd name="connsiteX4" fmla="*/ 607596 w 614884"/>
              <a:gd name="connsiteY4" fmla="*/ 2824540 h 2880194"/>
              <a:gd name="connsiteX5" fmla="*/ 472917 w 614884"/>
              <a:gd name="connsiteY5" fmla="*/ 2668596 h 2880194"/>
              <a:gd name="connsiteX6" fmla="*/ 288620 w 614884"/>
              <a:gd name="connsiteY6" fmla="*/ 1350159 h 2880194"/>
              <a:gd name="connsiteX7" fmla="*/ 465829 w 614884"/>
              <a:gd name="connsiteY7" fmla="*/ 194754 h 2880194"/>
              <a:gd name="connsiteX8" fmla="*/ 607596 w 614884"/>
              <a:gd name="connsiteY8" fmla="*/ 38810 h 2880194"/>
              <a:gd name="connsiteX9" fmla="*/ 231913 w 614884"/>
              <a:gd name="connsiteY9" fmla="*/ 60075 h 2880194"/>
              <a:gd name="connsiteX0" fmla="*/ 231913 w 614884"/>
              <a:gd name="connsiteY0" fmla="*/ 55589 h 2889885"/>
              <a:gd name="connsiteX1" fmla="*/ 33438 w 614884"/>
              <a:gd name="connsiteY1" fmla="*/ 643924 h 2889885"/>
              <a:gd name="connsiteX2" fmla="*/ 26350 w 614884"/>
              <a:gd name="connsiteY2" fmla="*/ 2167924 h 2889885"/>
              <a:gd name="connsiteX3" fmla="*/ 295708 w 614884"/>
              <a:gd name="connsiteY3" fmla="*/ 2834231 h 2889885"/>
              <a:gd name="connsiteX4" fmla="*/ 607596 w 614884"/>
              <a:gd name="connsiteY4" fmla="*/ 2834231 h 2889885"/>
              <a:gd name="connsiteX5" fmla="*/ 472917 w 614884"/>
              <a:gd name="connsiteY5" fmla="*/ 2678287 h 2889885"/>
              <a:gd name="connsiteX6" fmla="*/ 288620 w 614884"/>
              <a:gd name="connsiteY6" fmla="*/ 1359850 h 2889885"/>
              <a:gd name="connsiteX7" fmla="*/ 465829 w 614884"/>
              <a:gd name="connsiteY7" fmla="*/ 204445 h 2889885"/>
              <a:gd name="connsiteX8" fmla="*/ 607596 w 614884"/>
              <a:gd name="connsiteY8" fmla="*/ 48501 h 2889885"/>
              <a:gd name="connsiteX9" fmla="*/ 231913 w 614884"/>
              <a:gd name="connsiteY9" fmla="*/ 55589 h 2889885"/>
              <a:gd name="connsiteX0" fmla="*/ 231913 w 614884"/>
              <a:gd name="connsiteY0" fmla="*/ 55589 h 2889885"/>
              <a:gd name="connsiteX1" fmla="*/ 33438 w 614884"/>
              <a:gd name="connsiteY1" fmla="*/ 643924 h 2889885"/>
              <a:gd name="connsiteX2" fmla="*/ 26350 w 614884"/>
              <a:gd name="connsiteY2" fmla="*/ 2167924 h 2889885"/>
              <a:gd name="connsiteX3" fmla="*/ 295708 w 614884"/>
              <a:gd name="connsiteY3" fmla="*/ 2834231 h 2889885"/>
              <a:gd name="connsiteX4" fmla="*/ 607596 w 614884"/>
              <a:gd name="connsiteY4" fmla="*/ 2834231 h 2889885"/>
              <a:gd name="connsiteX5" fmla="*/ 472917 w 614884"/>
              <a:gd name="connsiteY5" fmla="*/ 2678287 h 2889885"/>
              <a:gd name="connsiteX6" fmla="*/ 288620 w 614884"/>
              <a:gd name="connsiteY6" fmla="*/ 1359850 h 2889885"/>
              <a:gd name="connsiteX7" fmla="*/ 465829 w 614884"/>
              <a:gd name="connsiteY7" fmla="*/ 204445 h 2889885"/>
              <a:gd name="connsiteX8" fmla="*/ 607596 w 614884"/>
              <a:gd name="connsiteY8" fmla="*/ 48501 h 2889885"/>
              <a:gd name="connsiteX9" fmla="*/ 231913 w 614884"/>
              <a:gd name="connsiteY9" fmla="*/ 55589 h 2889885"/>
              <a:gd name="connsiteX0" fmla="*/ 231913 w 614884"/>
              <a:gd name="connsiteY0" fmla="*/ 28814 h 2863110"/>
              <a:gd name="connsiteX1" fmla="*/ 33438 w 614884"/>
              <a:gd name="connsiteY1" fmla="*/ 617149 h 2863110"/>
              <a:gd name="connsiteX2" fmla="*/ 26350 w 614884"/>
              <a:gd name="connsiteY2" fmla="*/ 2141149 h 2863110"/>
              <a:gd name="connsiteX3" fmla="*/ 295708 w 614884"/>
              <a:gd name="connsiteY3" fmla="*/ 2807456 h 2863110"/>
              <a:gd name="connsiteX4" fmla="*/ 607596 w 614884"/>
              <a:gd name="connsiteY4" fmla="*/ 2807456 h 2863110"/>
              <a:gd name="connsiteX5" fmla="*/ 472917 w 614884"/>
              <a:gd name="connsiteY5" fmla="*/ 2651512 h 2863110"/>
              <a:gd name="connsiteX6" fmla="*/ 288620 w 614884"/>
              <a:gd name="connsiteY6" fmla="*/ 1333075 h 2863110"/>
              <a:gd name="connsiteX7" fmla="*/ 465829 w 614884"/>
              <a:gd name="connsiteY7" fmla="*/ 177670 h 2863110"/>
              <a:gd name="connsiteX8" fmla="*/ 607596 w 614884"/>
              <a:gd name="connsiteY8" fmla="*/ 21726 h 2863110"/>
              <a:gd name="connsiteX9" fmla="*/ 231913 w 614884"/>
              <a:gd name="connsiteY9" fmla="*/ 28814 h 2863110"/>
              <a:gd name="connsiteX0" fmla="*/ 261784 w 615050"/>
              <a:gd name="connsiteY0" fmla="*/ 17153 h 2893979"/>
              <a:gd name="connsiteX1" fmla="*/ 34955 w 615050"/>
              <a:gd name="connsiteY1" fmla="*/ 648018 h 2893979"/>
              <a:gd name="connsiteX2" fmla="*/ 27867 w 615050"/>
              <a:gd name="connsiteY2" fmla="*/ 2172018 h 2893979"/>
              <a:gd name="connsiteX3" fmla="*/ 297225 w 615050"/>
              <a:gd name="connsiteY3" fmla="*/ 2838325 h 2893979"/>
              <a:gd name="connsiteX4" fmla="*/ 609113 w 615050"/>
              <a:gd name="connsiteY4" fmla="*/ 2838325 h 2893979"/>
              <a:gd name="connsiteX5" fmla="*/ 474434 w 615050"/>
              <a:gd name="connsiteY5" fmla="*/ 2682381 h 2893979"/>
              <a:gd name="connsiteX6" fmla="*/ 290137 w 615050"/>
              <a:gd name="connsiteY6" fmla="*/ 1363944 h 2893979"/>
              <a:gd name="connsiteX7" fmla="*/ 467346 w 615050"/>
              <a:gd name="connsiteY7" fmla="*/ 208539 h 2893979"/>
              <a:gd name="connsiteX8" fmla="*/ 609113 w 615050"/>
              <a:gd name="connsiteY8" fmla="*/ 52595 h 2893979"/>
              <a:gd name="connsiteX9" fmla="*/ 261784 w 615050"/>
              <a:gd name="connsiteY9" fmla="*/ 17153 h 2893979"/>
              <a:gd name="connsiteX0" fmla="*/ 261784 w 615050"/>
              <a:gd name="connsiteY0" fmla="*/ 17153 h 2893979"/>
              <a:gd name="connsiteX1" fmla="*/ 34955 w 615050"/>
              <a:gd name="connsiteY1" fmla="*/ 648018 h 2893979"/>
              <a:gd name="connsiteX2" fmla="*/ 27867 w 615050"/>
              <a:gd name="connsiteY2" fmla="*/ 2172018 h 2893979"/>
              <a:gd name="connsiteX3" fmla="*/ 297225 w 615050"/>
              <a:gd name="connsiteY3" fmla="*/ 2838325 h 2893979"/>
              <a:gd name="connsiteX4" fmla="*/ 609113 w 615050"/>
              <a:gd name="connsiteY4" fmla="*/ 2838325 h 2893979"/>
              <a:gd name="connsiteX5" fmla="*/ 474434 w 615050"/>
              <a:gd name="connsiteY5" fmla="*/ 2682381 h 2893979"/>
              <a:gd name="connsiteX6" fmla="*/ 290137 w 615050"/>
              <a:gd name="connsiteY6" fmla="*/ 1363944 h 2893979"/>
              <a:gd name="connsiteX7" fmla="*/ 467346 w 615050"/>
              <a:gd name="connsiteY7" fmla="*/ 208539 h 2893979"/>
              <a:gd name="connsiteX8" fmla="*/ 609113 w 615050"/>
              <a:gd name="connsiteY8" fmla="*/ 52595 h 2893979"/>
              <a:gd name="connsiteX9" fmla="*/ 261784 w 615050"/>
              <a:gd name="connsiteY9" fmla="*/ 17153 h 2893979"/>
              <a:gd name="connsiteX0" fmla="*/ 261784 w 615050"/>
              <a:gd name="connsiteY0" fmla="*/ 0 h 2876826"/>
              <a:gd name="connsiteX1" fmla="*/ 34955 w 615050"/>
              <a:gd name="connsiteY1" fmla="*/ 630865 h 2876826"/>
              <a:gd name="connsiteX2" fmla="*/ 27867 w 615050"/>
              <a:gd name="connsiteY2" fmla="*/ 2154865 h 2876826"/>
              <a:gd name="connsiteX3" fmla="*/ 297225 w 615050"/>
              <a:gd name="connsiteY3" fmla="*/ 2821172 h 2876826"/>
              <a:gd name="connsiteX4" fmla="*/ 609113 w 615050"/>
              <a:gd name="connsiteY4" fmla="*/ 2821172 h 2876826"/>
              <a:gd name="connsiteX5" fmla="*/ 474434 w 615050"/>
              <a:gd name="connsiteY5" fmla="*/ 2665228 h 2876826"/>
              <a:gd name="connsiteX6" fmla="*/ 290137 w 615050"/>
              <a:gd name="connsiteY6" fmla="*/ 1346791 h 2876826"/>
              <a:gd name="connsiteX7" fmla="*/ 467346 w 615050"/>
              <a:gd name="connsiteY7" fmla="*/ 191386 h 2876826"/>
              <a:gd name="connsiteX8" fmla="*/ 609113 w 615050"/>
              <a:gd name="connsiteY8" fmla="*/ 35442 h 2876826"/>
              <a:gd name="connsiteX9" fmla="*/ 261784 w 615050"/>
              <a:gd name="connsiteY9" fmla="*/ 0 h 2876826"/>
              <a:gd name="connsiteX0" fmla="*/ 246840 w 614949"/>
              <a:gd name="connsiteY0" fmla="*/ 0 h 2855560"/>
              <a:gd name="connsiteX1" fmla="*/ 34188 w 614949"/>
              <a:gd name="connsiteY1" fmla="*/ 609599 h 2855560"/>
              <a:gd name="connsiteX2" fmla="*/ 27100 w 614949"/>
              <a:gd name="connsiteY2" fmla="*/ 2133599 h 2855560"/>
              <a:gd name="connsiteX3" fmla="*/ 296458 w 614949"/>
              <a:gd name="connsiteY3" fmla="*/ 2799906 h 2855560"/>
              <a:gd name="connsiteX4" fmla="*/ 608346 w 614949"/>
              <a:gd name="connsiteY4" fmla="*/ 2799906 h 2855560"/>
              <a:gd name="connsiteX5" fmla="*/ 473667 w 614949"/>
              <a:gd name="connsiteY5" fmla="*/ 2643962 h 2855560"/>
              <a:gd name="connsiteX6" fmla="*/ 289370 w 614949"/>
              <a:gd name="connsiteY6" fmla="*/ 1325525 h 2855560"/>
              <a:gd name="connsiteX7" fmla="*/ 466579 w 614949"/>
              <a:gd name="connsiteY7" fmla="*/ 170120 h 2855560"/>
              <a:gd name="connsiteX8" fmla="*/ 608346 w 614949"/>
              <a:gd name="connsiteY8" fmla="*/ 14176 h 2855560"/>
              <a:gd name="connsiteX9" fmla="*/ 246840 w 614949"/>
              <a:gd name="connsiteY9" fmla="*/ 0 h 2855560"/>
              <a:gd name="connsiteX0" fmla="*/ 290763 w 658872"/>
              <a:gd name="connsiteY0" fmla="*/ 0 h 2855560"/>
              <a:gd name="connsiteX1" fmla="*/ 14315 w 658872"/>
              <a:gd name="connsiteY1" fmla="*/ 1261729 h 2855560"/>
              <a:gd name="connsiteX2" fmla="*/ 71023 w 658872"/>
              <a:gd name="connsiteY2" fmla="*/ 2133599 h 2855560"/>
              <a:gd name="connsiteX3" fmla="*/ 340381 w 658872"/>
              <a:gd name="connsiteY3" fmla="*/ 2799906 h 2855560"/>
              <a:gd name="connsiteX4" fmla="*/ 652269 w 658872"/>
              <a:gd name="connsiteY4" fmla="*/ 2799906 h 2855560"/>
              <a:gd name="connsiteX5" fmla="*/ 517590 w 658872"/>
              <a:gd name="connsiteY5" fmla="*/ 2643962 h 2855560"/>
              <a:gd name="connsiteX6" fmla="*/ 333293 w 658872"/>
              <a:gd name="connsiteY6" fmla="*/ 1325525 h 2855560"/>
              <a:gd name="connsiteX7" fmla="*/ 510502 w 658872"/>
              <a:gd name="connsiteY7" fmla="*/ 170120 h 2855560"/>
              <a:gd name="connsiteX8" fmla="*/ 652269 w 658872"/>
              <a:gd name="connsiteY8" fmla="*/ 14176 h 2855560"/>
              <a:gd name="connsiteX9" fmla="*/ 290763 w 658872"/>
              <a:gd name="connsiteY9" fmla="*/ 0 h 2855560"/>
              <a:gd name="connsiteX0" fmla="*/ 276619 w 644728"/>
              <a:gd name="connsiteY0" fmla="*/ 0 h 2855560"/>
              <a:gd name="connsiteX1" fmla="*/ 171 w 644728"/>
              <a:gd name="connsiteY1" fmla="*/ 1261729 h 2855560"/>
              <a:gd name="connsiteX2" fmla="*/ 56879 w 644728"/>
              <a:gd name="connsiteY2" fmla="*/ 2133599 h 2855560"/>
              <a:gd name="connsiteX3" fmla="*/ 326237 w 644728"/>
              <a:gd name="connsiteY3" fmla="*/ 2799906 h 2855560"/>
              <a:gd name="connsiteX4" fmla="*/ 638125 w 644728"/>
              <a:gd name="connsiteY4" fmla="*/ 2799906 h 2855560"/>
              <a:gd name="connsiteX5" fmla="*/ 503446 w 644728"/>
              <a:gd name="connsiteY5" fmla="*/ 2643962 h 2855560"/>
              <a:gd name="connsiteX6" fmla="*/ 319149 w 644728"/>
              <a:gd name="connsiteY6" fmla="*/ 1325525 h 2855560"/>
              <a:gd name="connsiteX7" fmla="*/ 496358 w 644728"/>
              <a:gd name="connsiteY7" fmla="*/ 170120 h 2855560"/>
              <a:gd name="connsiteX8" fmla="*/ 638125 w 644728"/>
              <a:gd name="connsiteY8" fmla="*/ 14176 h 2855560"/>
              <a:gd name="connsiteX9" fmla="*/ 276619 w 644728"/>
              <a:gd name="connsiteY9" fmla="*/ 0 h 2855560"/>
              <a:gd name="connsiteX0" fmla="*/ 290687 w 658796"/>
              <a:gd name="connsiteY0" fmla="*/ 0 h 2855560"/>
              <a:gd name="connsiteX1" fmla="*/ 62 w 658796"/>
              <a:gd name="connsiteY1" fmla="*/ 1282994 h 2855560"/>
              <a:gd name="connsiteX2" fmla="*/ 70947 w 658796"/>
              <a:gd name="connsiteY2" fmla="*/ 2133599 h 2855560"/>
              <a:gd name="connsiteX3" fmla="*/ 340305 w 658796"/>
              <a:gd name="connsiteY3" fmla="*/ 2799906 h 2855560"/>
              <a:gd name="connsiteX4" fmla="*/ 652193 w 658796"/>
              <a:gd name="connsiteY4" fmla="*/ 2799906 h 2855560"/>
              <a:gd name="connsiteX5" fmla="*/ 517514 w 658796"/>
              <a:gd name="connsiteY5" fmla="*/ 2643962 h 2855560"/>
              <a:gd name="connsiteX6" fmla="*/ 333217 w 658796"/>
              <a:gd name="connsiteY6" fmla="*/ 1325525 h 2855560"/>
              <a:gd name="connsiteX7" fmla="*/ 510426 w 658796"/>
              <a:gd name="connsiteY7" fmla="*/ 170120 h 2855560"/>
              <a:gd name="connsiteX8" fmla="*/ 652193 w 658796"/>
              <a:gd name="connsiteY8" fmla="*/ 14176 h 2855560"/>
              <a:gd name="connsiteX9" fmla="*/ 290687 w 658796"/>
              <a:gd name="connsiteY9" fmla="*/ 0 h 2855560"/>
              <a:gd name="connsiteX0" fmla="*/ 290992 w 659101"/>
              <a:gd name="connsiteY0" fmla="*/ 0 h 2918271"/>
              <a:gd name="connsiteX1" fmla="*/ 367 w 659101"/>
              <a:gd name="connsiteY1" fmla="*/ 1282994 h 2918271"/>
              <a:gd name="connsiteX2" fmla="*/ 340610 w 659101"/>
              <a:gd name="connsiteY2" fmla="*/ 2799906 h 2918271"/>
              <a:gd name="connsiteX3" fmla="*/ 652498 w 659101"/>
              <a:gd name="connsiteY3" fmla="*/ 2799906 h 2918271"/>
              <a:gd name="connsiteX4" fmla="*/ 517819 w 659101"/>
              <a:gd name="connsiteY4" fmla="*/ 2643962 h 2918271"/>
              <a:gd name="connsiteX5" fmla="*/ 333522 w 659101"/>
              <a:gd name="connsiteY5" fmla="*/ 1325525 h 2918271"/>
              <a:gd name="connsiteX6" fmla="*/ 510731 w 659101"/>
              <a:gd name="connsiteY6" fmla="*/ 170120 h 2918271"/>
              <a:gd name="connsiteX7" fmla="*/ 652498 w 659101"/>
              <a:gd name="connsiteY7" fmla="*/ 14176 h 2918271"/>
              <a:gd name="connsiteX8" fmla="*/ 290992 w 659101"/>
              <a:gd name="connsiteY8" fmla="*/ 0 h 2918271"/>
              <a:gd name="connsiteX0" fmla="*/ 290992 w 659101"/>
              <a:gd name="connsiteY0" fmla="*/ 0 h 2918271"/>
              <a:gd name="connsiteX1" fmla="*/ 367 w 659101"/>
              <a:gd name="connsiteY1" fmla="*/ 1282994 h 2918271"/>
              <a:gd name="connsiteX2" fmla="*/ 340610 w 659101"/>
              <a:gd name="connsiteY2" fmla="*/ 2799906 h 2918271"/>
              <a:gd name="connsiteX3" fmla="*/ 652498 w 659101"/>
              <a:gd name="connsiteY3" fmla="*/ 2799906 h 2918271"/>
              <a:gd name="connsiteX4" fmla="*/ 517819 w 659101"/>
              <a:gd name="connsiteY4" fmla="*/ 2643962 h 2918271"/>
              <a:gd name="connsiteX5" fmla="*/ 333522 w 659101"/>
              <a:gd name="connsiteY5" fmla="*/ 1325525 h 2918271"/>
              <a:gd name="connsiteX6" fmla="*/ 510731 w 659101"/>
              <a:gd name="connsiteY6" fmla="*/ 170120 h 2918271"/>
              <a:gd name="connsiteX7" fmla="*/ 652498 w 659101"/>
              <a:gd name="connsiteY7" fmla="*/ 14176 h 2918271"/>
              <a:gd name="connsiteX8" fmla="*/ 290992 w 659101"/>
              <a:gd name="connsiteY8" fmla="*/ 0 h 2918271"/>
              <a:gd name="connsiteX0" fmla="*/ 290992 w 659101"/>
              <a:gd name="connsiteY0" fmla="*/ 0 h 2918271"/>
              <a:gd name="connsiteX1" fmla="*/ 367 w 659101"/>
              <a:gd name="connsiteY1" fmla="*/ 1282994 h 2918271"/>
              <a:gd name="connsiteX2" fmla="*/ 340610 w 659101"/>
              <a:gd name="connsiteY2" fmla="*/ 2799906 h 2918271"/>
              <a:gd name="connsiteX3" fmla="*/ 652498 w 659101"/>
              <a:gd name="connsiteY3" fmla="*/ 2799906 h 2918271"/>
              <a:gd name="connsiteX4" fmla="*/ 517819 w 659101"/>
              <a:gd name="connsiteY4" fmla="*/ 2643962 h 2918271"/>
              <a:gd name="connsiteX5" fmla="*/ 333522 w 659101"/>
              <a:gd name="connsiteY5" fmla="*/ 1325525 h 2918271"/>
              <a:gd name="connsiteX6" fmla="*/ 510731 w 659101"/>
              <a:gd name="connsiteY6" fmla="*/ 170120 h 2918271"/>
              <a:gd name="connsiteX7" fmla="*/ 652498 w 659101"/>
              <a:gd name="connsiteY7" fmla="*/ 14176 h 2918271"/>
              <a:gd name="connsiteX8" fmla="*/ 290992 w 659101"/>
              <a:gd name="connsiteY8" fmla="*/ 0 h 2918271"/>
              <a:gd name="connsiteX0" fmla="*/ 298064 w 666173"/>
              <a:gd name="connsiteY0" fmla="*/ 0 h 2918271"/>
              <a:gd name="connsiteX1" fmla="*/ 350 w 666173"/>
              <a:gd name="connsiteY1" fmla="*/ 1523999 h 2918271"/>
              <a:gd name="connsiteX2" fmla="*/ 347682 w 666173"/>
              <a:gd name="connsiteY2" fmla="*/ 2799906 h 2918271"/>
              <a:gd name="connsiteX3" fmla="*/ 659570 w 666173"/>
              <a:gd name="connsiteY3" fmla="*/ 2799906 h 2918271"/>
              <a:gd name="connsiteX4" fmla="*/ 524891 w 666173"/>
              <a:gd name="connsiteY4" fmla="*/ 2643962 h 2918271"/>
              <a:gd name="connsiteX5" fmla="*/ 340594 w 666173"/>
              <a:gd name="connsiteY5" fmla="*/ 1325525 h 2918271"/>
              <a:gd name="connsiteX6" fmla="*/ 517803 w 666173"/>
              <a:gd name="connsiteY6" fmla="*/ 170120 h 2918271"/>
              <a:gd name="connsiteX7" fmla="*/ 659570 w 666173"/>
              <a:gd name="connsiteY7" fmla="*/ 14176 h 2918271"/>
              <a:gd name="connsiteX8" fmla="*/ 298064 w 666173"/>
              <a:gd name="connsiteY8" fmla="*/ 0 h 2918271"/>
              <a:gd name="connsiteX0" fmla="*/ 297722 w 665831"/>
              <a:gd name="connsiteY0" fmla="*/ 0 h 2918271"/>
              <a:gd name="connsiteX1" fmla="*/ 8 w 665831"/>
              <a:gd name="connsiteY1" fmla="*/ 1523999 h 2918271"/>
              <a:gd name="connsiteX2" fmla="*/ 347340 w 665831"/>
              <a:gd name="connsiteY2" fmla="*/ 2799906 h 2918271"/>
              <a:gd name="connsiteX3" fmla="*/ 659228 w 665831"/>
              <a:gd name="connsiteY3" fmla="*/ 2799906 h 2918271"/>
              <a:gd name="connsiteX4" fmla="*/ 524549 w 665831"/>
              <a:gd name="connsiteY4" fmla="*/ 2643962 h 2918271"/>
              <a:gd name="connsiteX5" fmla="*/ 340252 w 665831"/>
              <a:gd name="connsiteY5" fmla="*/ 1325525 h 2918271"/>
              <a:gd name="connsiteX6" fmla="*/ 517461 w 665831"/>
              <a:gd name="connsiteY6" fmla="*/ 170120 h 2918271"/>
              <a:gd name="connsiteX7" fmla="*/ 659228 w 665831"/>
              <a:gd name="connsiteY7" fmla="*/ 14176 h 2918271"/>
              <a:gd name="connsiteX8" fmla="*/ 297722 w 665831"/>
              <a:gd name="connsiteY8" fmla="*/ 0 h 2918271"/>
              <a:gd name="connsiteX0" fmla="*/ 297722 w 665831"/>
              <a:gd name="connsiteY0" fmla="*/ 0 h 2918271"/>
              <a:gd name="connsiteX1" fmla="*/ 8 w 665831"/>
              <a:gd name="connsiteY1" fmla="*/ 1424762 h 2918271"/>
              <a:gd name="connsiteX2" fmla="*/ 347340 w 665831"/>
              <a:gd name="connsiteY2" fmla="*/ 2799906 h 2918271"/>
              <a:gd name="connsiteX3" fmla="*/ 659228 w 665831"/>
              <a:gd name="connsiteY3" fmla="*/ 2799906 h 2918271"/>
              <a:gd name="connsiteX4" fmla="*/ 524549 w 665831"/>
              <a:gd name="connsiteY4" fmla="*/ 2643962 h 2918271"/>
              <a:gd name="connsiteX5" fmla="*/ 340252 w 665831"/>
              <a:gd name="connsiteY5" fmla="*/ 1325525 h 2918271"/>
              <a:gd name="connsiteX6" fmla="*/ 517461 w 665831"/>
              <a:gd name="connsiteY6" fmla="*/ 170120 h 2918271"/>
              <a:gd name="connsiteX7" fmla="*/ 659228 w 665831"/>
              <a:gd name="connsiteY7" fmla="*/ 14176 h 2918271"/>
              <a:gd name="connsiteX8" fmla="*/ 297722 w 665831"/>
              <a:gd name="connsiteY8" fmla="*/ 0 h 2918271"/>
              <a:gd name="connsiteX0" fmla="*/ 297735 w 665844"/>
              <a:gd name="connsiteY0" fmla="*/ 0 h 2918271"/>
              <a:gd name="connsiteX1" fmla="*/ 21 w 665844"/>
              <a:gd name="connsiteY1" fmla="*/ 1424762 h 2918271"/>
              <a:gd name="connsiteX2" fmla="*/ 347353 w 665844"/>
              <a:gd name="connsiteY2" fmla="*/ 2799906 h 2918271"/>
              <a:gd name="connsiteX3" fmla="*/ 659241 w 665844"/>
              <a:gd name="connsiteY3" fmla="*/ 2799906 h 2918271"/>
              <a:gd name="connsiteX4" fmla="*/ 524562 w 665844"/>
              <a:gd name="connsiteY4" fmla="*/ 2643962 h 2918271"/>
              <a:gd name="connsiteX5" fmla="*/ 340265 w 665844"/>
              <a:gd name="connsiteY5" fmla="*/ 1325525 h 2918271"/>
              <a:gd name="connsiteX6" fmla="*/ 517474 w 665844"/>
              <a:gd name="connsiteY6" fmla="*/ 170120 h 2918271"/>
              <a:gd name="connsiteX7" fmla="*/ 659241 w 665844"/>
              <a:gd name="connsiteY7" fmla="*/ 14176 h 2918271"/>
              <a:gd name="connsiteX8" fmla="*/ 297735 w 665844"/>
              <a:gd name="connsiteY8" fmla="*/ 0 h 2918271"/>
              <a:gd name="connsiteX0" fmla="*/ 297735 w 665844"/>
              <a:gd name="connsiteY0" fmla="*/ 0 h 2809623"/>
              <a:gd name="connsiteX1" fmla="*/ 21 w 665844"/>
              <a:gd name="connsiteY1" fmla="*/ 1424762 h 2809623"/>
              <a:gd name="connsiteX2" fmla="*/ 347353 w 665844"/>
              <a:gd name="connsiteY2" fmla="*/ 2799906 h 2809623"/>
              <a:gd name="connsiteX3" fmla="*/ 659241 w 665844"/>
              <a:gd name="connsiteY3" fmla="*/ 2799906 h 2809623"/>
              <a:gd name="connsiteX4" fmla="*/ 524562 w 665844"/>
              <a:gd name="connsiteY4" fmla="*/ 2643962 h 2809623"/>
              <a:gd name="connsiteX5" fmla="*/ 340265 w 665844"/>
              <a:gd name="connsiteY5" fmla="*/ 1325525 h 2809623"/>
              <a:gd name="connsiteX6" fmla="*/ 517474 w 665844"/>
              <a:gd name="connsiteY6" fmla="*/ 170120 h 2809623"/>
              <a:gd name="connsiteX7" fmla="*/ 659241 w 665844"/>
              <a:gd name="connsiteY7" fmla="*/ 14176 h 2809623"/>
              <a:gd name="connsiteX8" fmla="*/ 297735 w 665844"/>
              <a:gd name="connsiteY8" fmla="*/ 0 h 2809623"/>
              <a:gd name="connsiteX0" fmla="*/ 297735 w 810646"/>
              <a:gd name="connsiteY0" fmla="*/ 0 h 2861251"/>
              <a:gd name="connsiteX1" fmla="*/ 21 w 810646"/>
              <a:gd name="connsiteY1" fmla="*/ 1424762 h 2861251"/>
              <a:gd name="connsiteX2" fmla="*/ 347353 w 810646"/>
              <a:gd name="connsiteY2" fmla="*/ 2799906 h 2861251"/>
              <a:gd name="connsiteX3" fmla="*/ 808096 w 810646"/>
              <a:gd name="connsiteY3" fmla="*/ 2856613 h 2861251"/>
              <a:gd name="connsiteX4" fmla="*/ 524562 w 810646"/>
              <a:gd name="connsiteY4" fmla="*/ 2643962 h 2861251"/>
              <a:gd name="connsiteX5" fmla="*/ 340265 w 810646"/>
              <a:gd name="connsiteY5" fmla="*/ 1325525 h 2861251"/>
              <a:gd name="connsiteX6" fmla="*/ 517474 w 810646"/>
              <a:gd name="connsiteY6" fmla="*/ 170120 h 2861251"/>
              <a:gd name="connsiteX7" fmla="*/ 659241 w 810646"/>
              <a:gd name="connsiteY7" fmla="*/ 14176 h 2861251"/>
              <a:gd name="connsiteX8" fmla="*/ 297735 w 810646"/>
              <a:gd name="connsiteY8" fmla="*/ 0 h 2861251"/>
              <a:gd name="connsiteX0" fmla="*/ 297735 w 887613"/>
              <a:gd name="connsiteY0" fmla="*/ 0 h 3019718"/>
              <a:gd name="connsiteX1" fmla="*/ 21 w 887613"/>
              <a:gd name="connsiteY1" fmla="*/ 1424762 h 3019718"/>
              <a:gd name="connsiteX2" fmla="*/ 347353 w 887613"/>
              <a:gd name="connsiteY2" fmla="*/ 2799906 h 3019718"/>
              <a:gd name="connsiteX3" fmla="*/ 808096 w 887613"/>
              <a:gd name="connsiteY3" fmla="*/ 2856613 h 3019718"/>
              <a:gd name="connsiteX4" fmla="*/ 524562 w 887613"/>
              <a:gd name="connsiteY4" fmla="*/ 2643962 h 3019718"/>
              <a:gd name="connsiteX5" fmla="*/ 340265 w 887613"/>
              <a:gd name="connsiteY5" fmla="*/ 1325525 h 3019718"/>
              <a:gd name="connsiteX6" fmla="*/ 517474 w 887613"/>
              <a:gd name="connsiteY6" fmla="*/ 170120 h 3019718"/>
              <a:gd name="connsiteX7" fmla="*/ 659241 w 887613"/>
              <a:gd name="connsiteY7" fmla="*/ 14176 h 3019718"/>
              <a:gd name="connsiteX8" fmla="*/ 297735 w 887613"/>
              <a:gd name="connsiteY8" fmla="*/ 0 h 3019718"/>
              <a:gd name="connsiteX0" fmla="*/ 297735 w 721755"/>
              <a:gd name="connsiteY0" fmla="*/ 0 h 2981651"/>
              <a:gd name="connsiteX1" fmla="*/ 21 w 721755"/>
              <a:gd name="connsiteY1" fmla="*/ 1424762 h 2981651"/>
              <a:gd name="connsiteX2" fmla="*/ 347353 w 721755"/>
              <a:gd name="connsiteY2" fmla="*/ 2799906 h 2981651"/>
              <a:gd name="connsiteX3" fmla="*/ 616710 w 721755"/>
              <a:gd name="connsiteY3" fmla="*/ 2806994 h 2981651"/>
              <a:gd name="connsiteX4" fmla="*/ 524562 w 721755"/>
              <a:gd name="connsiteY4" fmla="*/ 2643962 h 2981651"/>
              <a:gd name="connsiteX5" fmla="*/ 340265 w 721755"/>
              <a:gd name="connsiteY5" fmla="*/ 1325525 h 2981651"/>
              <a:gd name="connsiteX6" fmla="*/ 517474 w 721755"/>
              <a:gd name="connsiteY6" fmla="*/ 170120 h 2981651"/>
              <a:gd name="connsiteX7" fmla="*/ 659241 w 721755"/>
              <a:gd name="connsiteY7" fmla="*/ 14176 h 2981651"/>
              <a:gd name="connsiteX8" fmla="*/ 297735 w 721755"/>
              <a:gd name="connsiteY8" fmla="*/ 0 h 2981651"/>
              <a:gd name="connsiteX0" fmla="*/ 297735 w 721755"/>
              <a:gd name="connsiteY0" fmla="*/ 0 h 2981651"/>
              <a:gd name="connsiteX1" fmla="*/ 21 w 721755"/>
              <a:gd name="connsiteY1" fmla="*/ 1424762 h 2981651"/>
              <a:gd name="connsiteX2" fmla="*/ 347353 w 721755"/>
              <a:gd name="connsiteY2" fmla="*/ 2799906 h 2981651"/>
              <a:gd name="connsiteX3" fmla="*/ 616710 w 721755"/>
              <a:gd name="connsiteY3" fmla="*/ 2806994 h 2981651"/>
              <a:gd name="connsiteX4" fmla="*/ 524562 w 721755"/>
              <a:gd name="connsiteY4" fmla="*/ 2643962 h 2981651"/>
              <a:gd name="connsiteX5" fmla="*/ 340265 w 721755"/>
              <a:gd name="connsiteY5" fmla="*/ 1325525 h 2981651"/>
              <a:gd name="connsiteX6" fmla="*/ 517474 w 721755"/>
              <a:gd name="connsiteY6" fmla="*/ 170120 h 2981651"/>
              <a:gd name="connsiteX7" fmla="*/ 659241 w 721755"/>
              <a:gd name="connsiteY7" fmla="*/ 14176 h 2981651"/>
              <a:gd name="connsiteX8" fmla="*/ 297735 w 721755"/>
              <a:gd name="connsiteY8" fmla="*/ 0 h 2981651"/>
              <a:gd name="connsiteX0" fmla="*/ 297735 w 721755"/>
              <a:gd name="connsiteY0" fmla="*/ 0 h 2807688"/>
              <a:gd name="connsiteX1" fmla="*/ 21 w 721755"/>
              <a:gd name="connsiteY1" fmla="*/ 1424762 h 2807688"/>
              <a:gd name="connsiteX2" fmla="*/ 347353 w 721755"/>
              <a:gd name="connsiteY2" fmla="*/ 2799906 h 2807688"/>
              <a:gd name="connsiteX3" fmla="*/ 616710 w 721755"/>
              <a:gd name="connsiteY3" fmla="*/ 2806994 h 2807688"/>
              <a:gd name="connsiteX4" fmla="*/ 524562 w 721755"/>
              <a:gd name="connsiteY4" fmla="*/ 2643962 h 2807688"/>
              <a:gd name="connsiteX5" fmla="*/ 340265 w 721755"/>
              <a:gd name="connsiteY5" fmla="*/ 1325525 h 2807688"/>
              <a:gd name="connsiteX6" fmla="*/ 517474 w 721755"/>
              <a:gd name="connsiteY6" fmla="*/ 170120 h 2807688"/>
              <a:gd name="connsiteX7" fmla="*/ 659241 w 721755"/>
              <a:gd name="connsiteY7" fmla="*/ 14176 h 2807688"/>
              <a:gd name="connsiteX8" fmla="*/ 297735 w 721755"/>
              <a:gd name="connsiteY8" fmla="*/ 0 h 2807688"/>
              <a:gd name="connsiteX0" fmla="*/ 297735 w 665844"/>
              <a:gd name="connsiteY0" fmla="*/ 0 h 2807688"/>
              <a:gd name="connsiteX1" fmla="*/ 21 w 665844"/>
              <a:gd name="connsiteY1" fmla="*/ 1424762 h 2807688"/>
              <a:gd name="connsiteX2" fmla="*/ 347353 w 665844"/>
              <a:gd name="connsiteY2" fmla="*/ 2799906 h 2807688"/>
              <a:gd name="connsiteX3" fmla="*/ 616710 w 665844"/>
              <a:gd name="connsiteY3" fmla="*/ 2806994 h 2807688"/>
              <a:gd name="connsiteX4" fmla="*/ 524562 w 665844"/>
              <a:gd name="connsiteY4" fmla="*/ 2643962 h 2807688"/>
              <a:gd name="connsiteX5" fmla="*/ 340265 w 665844"/>
              <a:gd name="connsiteY5" fmla="*/ 1325525 h 2807688"/>
              <a:gd name="connsiteX6" fmla="*/ 517474 w 665844"/>
              <a:gd name="connsiteY6" fmla="*/ 170120 h 2807688"/>
              <a:gd name="connsiteX7" fmla="*/ 659241 w 665844"/>
              <a:gd name="connsiteY7" fmla="*/ 14176 h 2807688"/>
              <a:gd name="connsiteX8" fmla="*/ 297735 w 665844"/>
              <a:gd name="connsiteY8" fmla="*/ 0 h 2807688"/>
              <a:gd name="connsiteX0" fmla="*/ 297735 w 665844"/>
              <a:gd name="connsiteY0" fmla="*/ 0 h 2807688"/>
              <a:gd name="connsiteX1" fmla="*/ 21 w 665844"/>
              <a:gd name="connsiteY1" fmla="*/ 1424762 h 2807688"/>
              <a:gd name="connsiteX2" fmla="*/ 347353 w 665844"/>
              <a:gd name="connsiteY2" fmla="*/ 2799906 h 2807688"/>
              <a:gd name="connsiteX3" fmla="*/ 616710 w 665844"/>
              <a:gd name="connsiteY3" fmla="*/ 2806994 h 2807688"/>
              <a:gd name="connsiteX4" fmla="*/ 340265 w 665844"/>
              <a:gd name="connsiteY4" fmla="*/ 1325525 h 2807688"/>
              <a:gd name="connsiteX5" fmla="*/ 517474 w 665844"/>
              <a:gd name="connsiteY5" fmla="*/ 170120 h 2807688"/>
              <a:gd name="connsiteX6" fmla="*/ 659241 w 665844"/>
              <a:gd name="connsiteY6" fmla="*/ 14176 h 2807688"/>
              <a:gd name="connsiteX7" fmla="*/ 297735 w 665844"/>
              <a:gd name="connsiteY7" fmla="*/ 0 h 2807688"/>
              <a:gd name="connsiteX0" fmla="*/ 297735 w 665844"/>
              <a:gd name="connsiteY0" fmla="*/ 0 h 2807688"/>
              <a:gd name="connsiteX1" fmla="*/ 21 w 665844"/>
              <a:gd name="connsiteY1" fmla="*/ 1424762 h 2807688"/>
              <a:gd name="connsiteX2" fmla="*/ 347353 w 665844"/>
              <a:gd name="connsiteY2" fmla="*/ 2799906 h 2807688"/>
              <a:gd name="connsiteX3" fmla="*/ 616710 w 665844"/>
              <a:gd name="connsiteY3" fmla="*/ 2806994 h 2807688"/>
              <a:gd name="connsiteX4" fmla="*/ 340265 w 665844"/>
              <a:gd name="connsiteY4" fmla="*/ 1325525 h 2807688"/>
              <a:gd name="connsiteX5" fmla="*/ 517474 w 665844"/>
              <a:gd name="connsiteY5" fmla="*/ 170120 h 2807688"/>
              <a:gd name="connsiteX6" fmla="*/ 659241 w 665844"/>
              <a:gd name="connsiteY6" fmla="*/ 14176 h 2807688"/>
              <a:gd name="connsiteX7" fmla="*/ 297735 w 665844"/>
              <a:gd name="connsiteY7" fmla="*/ 0 h 2807688"/>
              <a:gd name="connsiteX0" fmla="*/ 297735 w 665844"/>
              <a:gd name="connsiteY0" fmla="*/ 0 h 2807688"/>
              <a:gd name="connsiteX1" fmla="*/ 21 w 665844"/>
              <a:gd name="connsiteY1" fmla="*/ 1424762 h 2807688"/>
              <a:gd name="connsiteX2" fmla="*/ 347353 w 665844"/>
              <a:gd name="connsiteY2" fmla="*/ 2799906 h 2807688"/>
              <a:gd name="connsiteX3" fmla="*/ 616710 w 665844"/>
              <a:gd name="connsiteY3" fmla="*/ 2806994 h 2807688"/>
              <a:gd name="connsiteX4" fmla="*/ 340265 w 665844"/>
              <a:gd name="connsiteY4" fmla="*/ 1325525 h 2807688"/>
              <a:gd name="connsiteX5" fmla="*/ 517474 w 665844"/>
              <a:gd name="connsiteY5" fmla="*/ 170120 h 2807688"/>
              <a:gd name="connsiteX6" fmla="*/ 659241 w 665844"/>
              <a:gd name="connsiteY6" fmla="*/ 14176 h 2807688"/>
              <a:gd name="connsiteX7" fmla="*/ 297735 w 665844"/>
              <a:gd name="connsiteY7" fmla="*/ 0 h 2807688"/>
              <a:gd name="connsiteX0" fmla="*/ 297735 w 665844"/>
              <a:gd name="connsiteY0" fmla="*/ 0 h 2807688"/>
              <a:gd name="connsiteX1" fmla="*/ 21 w 665844"/>
              <a:gd name="connsiteY1" fmla="*/ 1424762 h 2807688"/>
              <a:gd name="connsiteX2" fmla="*/ 347353 w 665844"/>
              <a:gd name="connsiteY2" fmla="*/ 2799906 h 2807688"/>
              <a:gd name="connsiteX3" fmla="*/ 616710 w 665844"/>
              <a:gd name="connsiteY3" fmla="*/ 2806994 h 2807688"/>
              <a:gd name="connsiteX4" fmla="*/ 340265 w 665844"/>
              <a:gd name="connsiteY4" fmla="*/ 1325525 h 2807688"/>
              <a:gd name="connsiteX5" fmla="*/ 517474 w 665844"/>
              <a:gd name="connsiteY5" fmla="*/ 170120 h 2807688"/>
              <a:gd name="connsiteX6" fmla="*/ 659241 w 665844"/>
              <a:gd name="connsiteY6" fmla="*/ 14176 h 2807688"/>
              <a:gd name="connsiteX7" fmla="*/ 297735 w 665844"/>
              <a:gd name="connsiteY7" fmla="*/ 0 h 2807688"/>
              <a:gd name="connsiteX0" fmla="*/ 297735 w 665844"/>
              <a:gd name="connsiteY0" fmla="*/ 0 h 2807688"/>
              <a:gd name="connsiteX1" fmla="*/ 21 w 665844"/>
              <a:gd name="connsiteY1" fmla="*/ 1424762 h 2807688"/>
              <a:gd name="connsiteX2" fmla="*/ 347353 w 665844"/>
              <a:gd name="connsiteY2" fmla="*/ 2799906 h 2807688"/>
              <a:gd name="connsiteX3" fmla="*/ 616710 w 665844"/>
              <a:gd name="connsiteY3" fmla="*/ 2806994 h 2807688"/>
              <a:gd name="connsiteX4" fmla="*/ 340265 w 665844"/>
              <a:gd name="connsiteY4" fmla="*/ 1446027 h 2807688"/>
              <a:gd name="connsiteX5" fmla="*/ 517474 w 665844"/>
              <a:gd name="connsiteY5" fmla="*/ 170120 h 2807688"/>
              <a:gd name="connsiteX6" fmla="*/ 659241 w 665844"/>
              <a:gd name="connsiteY6" fmla="*/ 14176 h 2807688"/>
              <a:gd name="connsiteX7" fmla="*/ 297735 w 665844"/>
              <a:gd name="connsiteY7" fmla="*/ 0 h 2807688"/>
              <a:gd name="connsiteX0" fmla="*/ 297735 w 659357"/>
              <a:gd name="connsiteY0" fmla="*/ 0 h 2807688"/>
              <a:gd name="connsiteX1" fmla="*/ 21 w 659357"/>
              <a:gd name="connsiteY1" fmla="*/ 1424762 h 2807688"/>
              <a:gd name="connsiteX2" fmla="*/ 347353 w 659357"/>
              <a:gd name="connsiteY2" fmla="*/ 2799906 h 2807688"/>
              <a:gd name="connsiteX3" fmla="*/ 616710 w 659357"/>
              <a:gd name="connsiteY3" fmla="*/ 2806994 h 2807688"/>
              <a:gd name="connsiteX4" fmla="*/ 340265 w 659357"/>
              <a:gd name="connsiteY4" fmla="*/ 1446027 h 2807688"/>
              <a:gd name="connsiteX5" fmla="*/ 659241 w 659357"/>
              <a:gd name="connsiteY5" fmla="*/ 14176 h 2807688"/>
              <a:gd name="connsiteX6" fmla="*/ 297735 w 659357"/>
              <a:gd name="connsiteY6" fmla="*/ 0 h 2807688"/>
              <a:gd name="connsiteX0" fmla="*/ 297735 w 659357"/>
              <a:gd name="connsiteY0" fmla="*/ 0 h 2807688"/>
              <a:gd name="connsiteX1" fmla="*/ 21 w 659357"/>
              <a:gd name="connsiteY1" fmla="*/ 1424762 h 2807688"/>
              <a:gd name="connsiteX2" fmla="*/ 347353 w 659357"/>
              <a:gd name="connsiteY2" fmla="*/ 2799906 h 2807688"/>
              <a:gd name="connsiteX3" fmla="*/ 616710 w 659357"/>
              <a:gd name="connsiteY3" fmla="*/ 2806994 h 2807688"/>
              <a:gd name="connsiteX4" fmla="*/ 340265 w 659357"/>
              <a:gd name="connsiteY4" fmla="*/ 1446027 h 2807688"/>
              <a:gd name="connsiteX5" fmla="*/ 659241 w 659357"/>
              <a:gd name="connsiteY5" fmla="*/ 14176 h 2807688"/>
              <a:gd name="connsiteX6" fmla="*/ 297735 w 659357"/>
              <a:gd name="connsiteY6" fmla="*/ 0 h 2807688"/>
              <a:gd name="connsiteX0" fmla="*/ 297735 w 659357"/>
              <a:gd name="connsiteY0" fmla="*/ 0 h 2807688"/>
              <a:gd name="connsiteX1" fmla="*/ 21 w 659357"/>
              <a:gd name="connsiteY1" fmla="*/ 1424762 h 2807688"/>
              <a:gd name="connsiteX2" fmla="*/ 347353 w 659357"/>
              <a:gd name="connsiteY2" fmla="*/ 2799906 h 2807688"/>
              <a:gd name="connsiteX3" fmla="*/ 616710 w 659357"/>
              <a:gd name="connsiteY3" fmla="*/ 2806994 h 2807688"/>
              <a:gd name="connsiteX4" fmla="*/ 340265 w 659357"/>
              <a:gd name="connsiteY4" fmla="*/ 1446027 h 2807688"/>
              <a:gd name="connsiteX5" fmla="*/ 659241 w 659357"/>
              <a:gd name="connsiteY5" fmla="*/ 14176 h 2807688"/>
              <a:gd name="connsiteX6" fmla="*/ 297735 w 659357"/>
              <a:gd name="connsiteY6" fmla="*/ 0 h 2807688"/>
              <a:gd name="connsiteX0" fmla="*/ 297735 w 659241"/>
              <a:gd name="connsiteY0" fmla="*/ 0 h 2807688"/>
              <a:gd name="connsiteX1" fmla="*/ 21 w 659241"/>
              <a:gd name="connsiteY1" fmla="*/ 1424762 h 2807688"/>
              <a:gd name="connsiteX2" fmla="*/ 347353 w 659241"/>
              <a:gd name="connsiteY2" fmla="*/ 2799906 h 2807688"/>
              <a:gd name="connsiteX3" fmla="*/ 616710 w 659241"/>
              <a:gd name="connsiteY3" fmla="*/ 2806994 h 2807688"/>
              <a:gd name="connsiteX4" fmla="*/ 340265 w 659241"/>
              <a:gd name="connsiteY4" fmla="*/ 1446027 h 2807688"/>
              <a:gd name="connsiteX5" fmla="*/ 659241 w 659241"/>
              <a:gd name="connsiteY5" fmla="*/ 14176 h 2807688"/>
              <a:gd name="connsiteX6" fmla="*/ 297735 w 659241"/>
              <a:gd name="connsiteY6" fmla="*/ 0 h 2807688"/>
              <a:gd name="connsiteX0" fmla="*/ 297735 w 659241"/>
              <a:gd name="connsiteY0" fmla="*/ 0 h 2807688"/>
              <a:gd name="connsiteX1" fmla="*/ 21 w 659241"/>
              <a:gd name="connsiteY1" fmla="*/ 1424762 h 2807688"/>
              <a:gd name="connsiteX2" fmla="*/ 347353 w 659241"/>
              <a:gd name="connsiteY2" fmla="*/ 2799906 h 2807688"/>
              <a:gd name="connsiteX3" fmla="*/ 616710 w 659241"/>
              <a:gd name="connsiteY3" fmla="*/ 2806994 h 2807688"/>
              <a:gd name="connsiteX4" fmla="*/ 340265 w 659241"/>
              <a:gd name="connsiteY4" fmla="*/ 1446027 h 2807688"/>
              <a:gd name="connsiteX5" fmla="*/ 659241 w 659241"/>
              <a:gd name="connsiteY5" fmla="*/ 14176 h 2807688"/>
              <a:gd name="connsiteX6" fmla="*/ 297735 w 659241"/>
              <a:gd name="connsiteY6" fmla="*/ 0 h 2807688"/>
              <a:gd name="connsiteX0" fmla="*/ 297735 w 659241"/>
              <a:gd name="connsiteY0" fmla="*/ 0 h 2807688"/>
              <a:gd name="connsiteX1" fmla="*/ 21 w 659241"/>
              <a:gd name="connsiteY1" fmla="*/ 1424762 h 2807688"/>
              <a:gd name="connsiteX2" fmla="*/ 347353 w 659241"/>
              <a:gd name="connsiteY2" fmla="*/ 2799906 h 2807688"/>
              <a:gd name="connsiteX3" fmla="*/ 616710 w 659241"/>
              <a:gd name="connsiteY3" fmla="*/ 2806994 h 2807688"/>
              <a:gd name="connsiteX4" fmla="*/ 340265 w 659241"/>
              <a:gd name="connsiteY4" fmla="*/ 1446027 h 2807688"/>
              <a:gd name="connsiteX5" fmla="*/ 659241 w 659241"/>
              <a:gd name="connsiteY5" fmla="*/ 14176 h 2807688"/>
              <a:gd name="connsiteX6" fmla="*/ 297735 w 659241"/>
              <a:gd name="connsiteY6" fmla="*/ 0 h 2807688"/>
              <a:gd name="connsiteX0" fmla="*/ 297722 w 659228"/>
              <a:gd name="connsiteY0" fmla="*/ 0 h 2807688"/>
              <a:gd name="connsiteX1" fmla="*/ 8 w 659228"/>
              <a:gd name="connsiteY1" fmla="*/ 1424762 h 2807688"/>
              <a:gd name="connsiteX2" fmla="*/ 347340 w 659228"/>
              <a:gd name="connsiteY2" fmla="*/ 2799906 h 2807688"/>
              <a:gd name="connsiteX3" fmla="*/ 616697 w 659228"/>
              <a:gd name="connsiteY3" fmla="*/ 2806994 h 2807688"/>
              <a:gd name="connsiteX4" fmla="*/ 340252 w 659228"/>
              <a:gd name="connsiteY4" fmla="*/ 1446027 h 2807688"/>
              <a:gd name="connsiteX5" fmla="*/ 659228 w 659228"/>
              <a:gd name="connsiteY5" fmla="*/ 14176 h 2807688"/>
              <a:gd name="connsiteX6" fmla="*/ 297722 w 659228"/>
              <a:gd name="connsiteY6" fmla="*/ 0 h 2807688"/>
              <a:gd name="connsiteX0" fmla="*/ 297722 w 659228"/>
              <a:gd name="connsiteY0" fmla="*/ 0 h 2807688"/>
              <a:gd name="connsiteX1" fmla="*/ 8 w 659228"/>
              <a:gd name="connsiteY1" fmla="*/ 1424762 h 2807688"/>
              <a:gd name="connsiteX2" fmla="*/ 347340 w 659228"/>
              <a:gd name="connsiteY2" fmla="*/ 2799906 h 2807688"/>
              <a:gd name="connsiteX3" fmla="*/ 616697 w 659228"/>
              <a:gd name="connsiteY3" fmla="*/ 2806994 h 2807688"/>
              <a:gd name="connsiteX4" fmla="*/ 340252 w 659228"/>
              <a:gd name="connsiteY4" fmla="*/ 1446027 h 2807688"/>
              <a:gd name="connsiteX5" fmla="*/ 659228 w 659228"/>
              <a:gd name="connsiteY5" fmla="*/ 14176 h 2807688"/>
              <a:gd name="connsiteX6" fmla="*/ 297722 w 659228"/>
              <a:gd name="connsiteY6" fmla="*/ 0 h 2807688"/>
              <a:gd name="connsiteX0" fmla="*/ 297722 w 659228"/>
              <a:gd name="connsiteY0" fmla="*/ 0 h 2807688"/>
              <a:gd name="connsiteX1" fmla="*/ 8 w 659228"/>
              <a:gd name="connsiteY1" fmla="*/ 1424762 h 2807688"/>
              <a:gd name="connsiteX2" fmla="*/ 347340 w 659228"/>
              <a:gd name="connsiteY2" fmla="*/ 2799906 h 2807688"/>
              <a:gd name="connsiteX3" fmla="*/ 616697 w 659228"/>
              <a:gd name="connsiteY3" fmla="*/ 2806994 h 2807688"/>
              <a:gd name="connsiteX4" fmla="*/ 304810 w 659228"/>
              <a:gd name="connsiteY4" fmla="*/ 1431851 h 2807688"/>
              <a:gd name="connsiteX5" fmla="*/ 659228 w 659228"/>
              <a:gd name="connsiteY5" fmla="*/ 14176 h 2807688"/>
              <a:gd name="connsiteX6" fmla="*/ 297722 w 659228"/>
              <a:gd name="connsiteY6" fmla="*/ 0 h 2807688"/>
              <a:gd name="connsiteX0" fmla="*/ 297722 w 659228"/>
              <a:gd name="connsiteY0" fmla="*/ 0 h 2807688"/>
              <a:gd name="connsiteX1" fmla="*/ 8 w 659228"/>
              <a:gd name="connsiteY1" fmla="*/ 1424762 h 2807688"/>
              <a:gd name="connsiteX2" fmla="*/ 347340 w 659228"/>
              <a:gd name="connsiteY2" fmla="*/ 2799906 h 2807688"/>
              <a:gd name="connsiteX3" fmla="*/ 616697 w 659228"/>
              <a:gd name="connsiteY3" fmla="*/ 2806994 h 2807688"/>
              <a:gd name="connsiteX4" fmla="*/ 304810 w 659228"/>
              <a:gd name="connsiteY4" fmla="*/ 1431851 h 2807688"/>
              <a:gd name="connsiteX5" fmla="*/ 659228 w 659228"/>
              <a:gd name="connsiteY5" fmla="*/ 14176 h 2807688"/>
              <a:gd name="connsiteX6" fmla="*/ 297722 w 659228"/>
              <a:gd name="connsiteY6" fmla="*/ 0 h 2807688"/>
              <a:gd name="connsiteX0" fmla="*/ 297722 w 659228"/>
              <a:gd name="connsiteY0" fmla="*/ 0 h 2807688"/>
              <a:gd name="connsiteX1" fmla="*/ 8 w 659228"/>
              <a:gd name="connsiteY1" fmla="*/ 1424762 h 2807688"/>
              <a:gd name="connsiteX2" fmla="*/ 347340 w 659228"/>
              <a:gd name="connsiteY2" fmla="*/ 2799906 h 2807688"/>
              <a:gd name="connsiteX3" fmla="*/ 616697 w 659228"/>
              <a:gd name="connsiteY3" fmla="*/ 2806994 h 2807688"/>
              <a:gd name="connsiteX4" fmla="*/ 304810 w 659228"/>
              <a:gd name="connsiteY4" fmla="*/ 1431851 h 2807688"/>
              <a:gd name="connsiteX5" fmla="*/ 659228 w 659228"/>
              <a:gd name="connsiteY5" fmla="*/ 14176 h 2807688"/>
              <a:gd name="connsiteX6" fmla="*/ 297722 w 659228"/>
              <a:gd name="connsiteY6" fmla="*/ 0 h 2807688"/>
              <a:gd name="connsiteX0" fmla="*/ 297722 w 659228"/>
              <a:gd name="connsiteY0" fmla="*/ 0 h 2807688"/>
              <a:gd name="connsiteX1" fmla="*/ 8 w 659228"/>
              <a:gd name="connsiteY1" fmla="*/ 1424762 h 2807688"/>
              <a:gd name="connsiteX2" fmla="*/ 347340 w 659228"/>
              <a:gd name="connsiteY2" fmla="*/ 2799906 h 2807688"/>
              <a:gd name="connsiteX3" fmla="*/ 616697 w 659228"/>
              <a:gd name="connsiteY3" fmla="*/ 2806994 h 2807688"/>
              <a:gd name="connsiteX4" fmla="*/ 340252 w 659228"/>
              <a:gd name="connsiteY4" fmla="*/ 1431851 h 2807688"/>
              <a:gd name="connsiteX5" fmla="*/ 659228 w 659228"/>
              <a:gd name="connsiteY5" fmla="*/ 14176 h 2807688"/>
              <a:gd name="connsiteX6" fmla="*/ 297722 w 659228"/>
              <a:gd name="connsiteY6" fmla="*/ 0 h 2807688"/>
              <a:gd name="connsiteX0" fmla="*/ 297722 w 659228"/>
              <a:gd name="connsiteY0" fmla="*/ 0 h 2807688"/>
              <a:gd name="connsiteX1" fmla="*/ 8 w 659228"/>
              <a:gd name="connsiteY1" fmla="*/ 1424762 h 2807688"/>
              <a:gd name="connsiteX2" fmla="*/ 347340 w 659228"/>
              <a:gd name="connsiteY2" fmla="*/ 2799906 h 2807688"/>
              <a:gd name="connsiteX3" fmla="*/ 616697 w 659228"/>
              <a:gd name="connsiteY3" fmla="*/ 2806994 h 2807688"/>
              <a:gd name="connsiteX4" fmla="*/ 340252 w 659228"/>
              <a:gd name="connsiteY4" fmla="*/ 1431851 h 2807688"/>
              <a:gd name="connsiteX5" fmla="*/ 659228 w 659228"/>
              <a:gd name="connsiteY5" fmla="*/ 14176 h 2807688"/>
              <a:gd name="connsiteX6" fmla="*/ 297722 w 659228"/>
              <a:gd name="connsiteY6" fmla="*/ 0 h 2807688"/>
              <a:gd name="connsiteX0" fmla="*/ 297722 w 659228"/>
              <a:gd name="connsiteY0" fmla="*/ 0 h 2807688"/>
              <a:gd name="connsiteX1" fmla="*/ 8 w 659228"/>
              <a:gd name="connsiteY1" fmla="*/ 1424762 h 2807688"/>
              <a:gd name="connsiteX2" fmla="*/ 347340 w 659228"/>
              <a:gd name="connsiteY2" fmla="*/ 2799906 h 2807688"/>
              <a:gd name="connsiteX3" fmla="*/ 616697 w 659228"/>
              <a:gd name="connsiteY3" fmla="*/ 2806994 h 2807688"/>
              <a:gd name="connsiteX4" fmla="*/ 340252 w 659228"/>
              <a:gd name="connsiteY4" fmla="*/ 1431851 h 2807688"/>
              <a:gd name="connsiteX5" fmla="*/ 659228 w 659228"/>
              <a:gd name="connsiteY5" fmla="*/ 14176 h 2807688"/>
              <a:gd name="connsiteX6" fmla="*/ 297722 w 659228"/>
              <a:gd name="connsiteY6" fmla="*/ 0 h 2807688"/>
              <a:gd name="connsiteX0" fmla="*/ 297722 w 616697"/>
              <a:gd name="connsiteY0" fmla="*/ 3527 h 2811215"/>
              <a:gd name="connsiteX1" fmla="*/ 8 w 616697"/>
              <a:gd name="connsiteY1" fmla="*/ 1428289 h 2811215"/>
              <a:gd name="connsiteX2" fmla="*/ 347340 w 616697"/>
              <a:gd name="connsiteY2" fmla="*/ 2803433 h 2811215"/>
              <a:gd name="connsiteX3" fmla="*/ 616697 w 616697"/>
              <a:gd name="connsiteY3" fmla="*/ 2810521 h 2811215"/>
              <a:gd name="connsiteX4" fmla="*/ 340252 w 616697"/>
              <a:gd name="connsiteY4" fmla="*/ 1435378 h 2811215"/>
              <a:gd name="connsiteX5" fmla="*/ 608986 w 616697"/>
              <a:gd name="connsiteY5" fmla="*/ 7655 h 2811215"/>
              <a:gd name="connsiteX6" fmla="*/ 297722 w 616697"/>
              <a:gd name="connsiteY6" fmla="*/ 3527 h 2811215"/>
              <a:gd name="connsiteX0" fmla="*/ 297722 w 616697"/>
              <a:gd name="connsiteY0" fmla="*/ 3527 h 2811215"/>
              <a:gd name="connsiteX1" fmla="*/ 8 w 616697"/>
              <a:gd name="connsiteY1" fmla="*/ 1428289 h 2811215"/>
              <a:gd name="connsiteX2" fmla="*/ 347340 w 616697"/>
              <a:gd name="connsiteY2" fmla="*/ 2803433 h 2811215"/>
              <a:gd name="connsiteX3" fmla="*/ 616697 w 616697"/>
              <a:gd name="connsiteY3" fmla="*/ 2810521 h 2811215"/>
              <a:gd name="connsiteX4" fmla="*/ 340252 w 616697"/>
              <a:gd name="connsiteY4" fmla="*/ 1435378 h 2811215"/>
              <a:gd name="connsiteX5" fmla="*/ 608986 w 616697"/>
              <a:gd name="connsiteY5" fmla="*/ 7655 h 2811215"/>
              <a:gd name="connsiteX6" fmla="*/ 297722 w 616697"/>
              <a:gd name="connsiteY6" fmla="*/ 3527 h 2811215"/>
              <a:gd name="connsiteX0" fmla="*/ 297722 w 616697"/>
              <a:gd name="connsiteY0" fmla="*/ 3527 h 2811215"/>
              <a:gd name="connsiteX1" fmla="*/ 8 w 616697"/>
              <a:gd name="connsiteY1" fmla="*/ 1428289 h 2811215"/>
              <a:gd name="connsiteX2" fmla="*/ 347340 w 616697"/>
              <a:gd name="connsiteY2" fmla="*/ 2803433 h 2811215"/>
              <a:gd name="connsiteX3" fmla="*/ 616697 w 616697"/>
              <a:gd name="connsiteY3" fmla="*/ 2810521 h 2811215"/>
              <a:gd name="connsiteX4" fmla="*/ 340252 w 616697"/>
              <a:gd name="connsiteY4" fmla="*/ 1435378 h 2811215"/>
              <a:gd name="connsiteX5" fmla="*/ 608986 w 616697"/>
              <a:gd name="connsiteY5" fmla="*/ 7655 h 2811215"/>
              <a:gd name="connsiteX6" fmla="*/ 297722 w 616697"/>
              <a:gd name="connsiteY6" fmla="*/ 3527 h 2811215"/>
              <a:gd name="connsiteX0" fmla="*/ 297722 w 616697"/>
              <a:gd name="connsiteY0" fmla="*/ 3527 h 2811215"/>
              <a:gd name="connsiteX1" fmla="*/ 8 w 616697"/>
              <a:gd name="connsiteY1" fmla="*/ 1428289 h 2811215"/>
              <a:gd name="connsiteX2" fmla="*/ 347340 w 616697"/>
              <a:gd name="connsiteY2" fmla="*/ 2803433 h 2811215"/>
              <a:gd name="connsiteX3" fmla="*/ 616697 w 616697"/>
              <a:gd name="connsiteY3" fmla="*/ 2810521 h 2811215"/>
              <a:gd name="connsiteX4" fmla="*/ 310106 w 616697"/>
              <a:gd name="connsiteY4" fmla="*/ 1430354 h 2811215"/>
              <a:gd name="connsiteX5" fmla="*/ 608986 w 616697"/>
              <a:gd name="connsiteY5" fmla="*/ 7655 h 2811215"/>
              <a:gd name="connsiteX6" fmla="*/ 297722 w 616697"/>
              <a:gd name="connsiteY6" fmla="*/ 3527 h 2811215"/>
              <a:gd name="connsiteX0" fmla="*/ 297722 w 616697"/>
              <a:gd name="connsiteY0" fmla="*/ 3527 h 2811215"/>
              <a:gd name="connsiteX1" fmla="*/ 8 w 616697"/>
              <a:gd name="connsiteY1" fmla="*/ 1428289 h 2811215"/>
              <a:gd name="connsiteX2" fmla="*/ 347340 w 616697"/>
              <a:gd name="connsiteY2" fmla="*/ 2803433 h 2811215"/>
              <a:gd name="connsiteX3" fmla="*/ 616697 w 616697"/>
              <a:gd name="connsiteY3" fmla="*/ 2810521 h 2811215"/>
              <a:gd name="connsiteX4" fmla="*/ 310106 w 616697"/>
              <a:gd name="connsiteY4" fmla="*/ 1430354 h 2811215"/>
              <a:gd name="connsiteX5" fmla="*/ 608986 w 616697"/>
              <a:gd name="connsiteY5" fmla="*/ 7655 h 2811215"/>
              <a:gd name="connsiteX6" fmla="*/ 297722 w 616697"/>
              <a:gd name="connsiteY6" fmla="*/ 3527 h 2811215"/>
              <a:gd name="connsiteX0" fmla="*/ 297722 w 616697"/>
              <a:gd name="connsiteY0" fmla="*/ 3527 h 2811215"/>
              <a:gd name="connsiteX1" fmla="*/ 8 w 616697"/>
              <a:gd name="connsiteY1" fmla="*/ 1428289 h 2811215"/>
              <a:gd name="connsiteX2" fmla="*/ 347340 w 616697"/>
              <a:gd name="connsiteY2" fmla="*/ 2803433 h 2811215"/>
              <a:gd name="connsiteX3" fmla="*/ 616697 w 616697"/>
              <a:gd name="connsiteY3" fmla="*/ 2810521 h 2811215"/>
              <a:gd name="connsiteX4" fmla="*/ 310106 w 616697"/>
              <a:gd name="connsiteY4" fmla="*/ 1430354 h 2811215"/>
              <a:gd name="connsiteX5" fmla="*/ 608986 w 616697"/>
              <a:gd name="connsiteY5" fmla="*/ 7655 h 2811215"/>
              <a:gd name="connsiteX6" fmla="*/ 297722 w 616697"/>
              <a:gd name="connsiteY6" fmla="*/ 3527 h 2811215"/>
              <a:gd name="connsiteX0" fmla="*/ 297722 w 616697"/>
              <a:gd name="connsiteY0" fmla="*/ 0 h 2807688"/>
              <a:gd name="connsiteX1" fmla="*/ 8 w 616697"/>
              <a:gd name="connsiteY1" fmla="*/ 1424762 h 2807688"/>
              <a:gd name="connsiteX2" fmla="*/ 347340 w 616697"/>
              <a:gd name="connsiteY2" fmla="*/ 2799906 h 2807688"/>
              <a:gd name="connsiteX3" fmla="*/ 616697 w 616697"/>
              <a:gd name="connsiteY3" fmla="*/ 2806994 h 2807688"/>
              <a:gd name="connsiteX4" fmla="*/ 310106 w 616697"/>
              <a:gd name="connsiteY4" fmla="*/ 1426827 h 2807688"/>
              <a:gd name="connsiteX5" fmla="*/ 608986 w 616697"/>
              <a:gd name="connsiteY5" fmla="*/ 4128 h 2807688"/>
              <a:gd name="connsiteX6" fmla="*/ 297722 w 616697"/>
              <a:gd name="connsiteY6" fmla="*/ 0 h 2807688"/>
              <a:gd name="connsiteX0" fmla="*/ 297722 w 616697"/>
              <a:gd name="connsiteY0" fmla="*/ 7905 h 2815593"/>
              <a:gd name="connsiteX1" fmla="*/ 8 w 616697"/>
              <a:gd name="connsiteY1" fmla="*/ 1432667 h 2815593"/>
              <a:gd name="connsiteX2" fmla="*/ 347340 w 616697"/>
              <a:gd name="connsiteY2" fmla="*/ 2807811 h 2815593"/>
              <a:gd name="connsiteX3" fmla="*/ 616697 w 616697"/>
              <a:gd name="connsiteY3" fmla="*/ 2814899 h 2815593"/>
              <a:gd name="connsiteX4" fmla="*/ 310106 w 616697"/>
              <a:gd name="connsiteY4" fmla="*/ 1434732 h 2815593"/>
              <a:gd name="connsiteX5" fmla="*/ 608986 w 616697"/>
              <a:gd name="connsiteY5" fmla="*/ 12033 h 2815593"/>
              <a:gd name="connsiteX6" fmla="*/ 297722 w 616697"/>
              <a:gd name="connsiteY6" fmla="*/ 7905 h 2815593"/>
              <a:gd name="connsiteX0" fmla="*/ 297722 w 616697"/>
              <a:gd name="connsiteY0" fmla="*/ 0 h 2807688"/>
              <a:gd name="connsiteX1" fmla="*/ 8 w 616697"/>
              <a:gd name="connsiteY1" fmla="*/ 1424762 h 2807688"/>
              <a:gd name="connsiteX2" fmla="*/ 347340 w 616697"/>
              <a:gd name="connsiteY2" fmla="*/ 2799906 h 2807688"/>
              <a:gd name="connsiteX3" fmla="*/ 616697 w 616697"/>
              <a:gd name="connsiteY3" fmla="*/ 2806994 h 2807688"/>
              <a:gd name="connsiteX4" fmla="*/ 310106 w 616697"/>
              <a:gd name="connsiteY4" fmla="*/ 1426827 h 2807688"/>
              <a:gd name="connsiteX5" fmla="*/ 608986 w 616697"/>
              <a:gd name="connsiteY5" fmla="*/ 4128 h 2807688"/>
              <a:gd name="connsiteX6" fmla="*/ 297722 w 616697"/>
              <a:gd name="connsiteY6" fmla="*/ 0 h 2807688"/>
              <a:gd name="connsiteX0" fmla="*/ 297722 w 616697"/>
              <a:gd name="connsiteY0" fmla="*/ 133 h 2807821"/>
              <a:gd name="connsiteX1" fmla="*/ 8 w 616697"/>
              <a:gd name="connsiteY1" fmla="*/ 1424895 h 2807821"/>
              <a:gd name="connsiteX2" fmla="*/ 347340 w 616697"/>
              <a:gd name="connsiteY2" fmla="*/ 2800039 h 2807821"/>
              <a:gd name="connsiteX3" fmla="*/ 616697 w 616697"/>
              <a:gd name="connsiteY3" fmla="*/ 2807127 h 2807821"/>
              <a:gd name="connsiteX4" fmla="*/ 310106 w 616697"/>
              <a:gd name="connsiteY4" fmla="*/ 1426960 h 2807821"/>
              <a:gd name="connsiteX5" fmla="*/ 608986 w 616697"/>
              <a:gd name="connsiteY5" fmla="*/ 4261 h 2807821"/>
              <a:gd name="connsiteX6" fmla="*/ 297722 w 616697"/>
              <a:gd name="connsiteY6" fmla="*/ 133 h 2807821"/>
              <a:gd name="connsiteX0" fmla="*/ 297723 w 616698"/>
              <a:gd name="connsiteY0" fmla="*/ 133 h 2807821"/>
              <a:gd name="connsiteX1" fmla="*/ 9 w 616698"/>
              <a:gd name="connsiteY1" fmla="*/ 1424895 h 2807821"/>
              <a:gd name="connsiteX2" fmla="*/ 347341 w 616698"/>
              <a:gd name="connsiteY2" fmla="*/ 2800039 h 2807821"/>
              <a:gd name="connsiteX3" fmla="*/ 616698 w 616698"/>
              <a:gd name="connsiteY3" fmla="*/ 2807127 h 2807821"/>
              <a:gd name="connsiteX4" fmla="*/ 310107 w 616698"/>
              <a:gd name="connsiteY4" fmla="*/ 1426960 h 2807821"/>
              <a:gd name="connsiteX5" fmla="*/ 608987 w 616698"/>
              <a:gd name="connsiteY5" fmla="*/ 4261 h 2807821"/>
              <a:gd name="connsiteX6" fmla="*/ 297723 w 616698"/>
              <a:gd name="connsiteY6" fmla="*/ 133 h 2807821"/>
              <a:gd name="connsiteX0" fmla="*/ 297826 w 616801"/>
              <a:gd name="connsiteY0" fmla="*/ 133 h 2810087"/>
              <a:gd name="connsiteX1" fmla="*/ 112 w 616801"/>
              <a:gd name="connsiteY1" fmla="*/ 1424895 h 2810087"/>
              <a:gd name="connsiteX2" fmla="*/ 322323 w 616801"/>
              <a:gd name="connsiteY2" fmla="*/ 2810087 h 2810087"/>
              <a:gd name="connsiteX3" fmla="*/ 616801 w 616801"/>
              <a:gd name="connsiteY3" fmla="*/ 2807127 h 2810087"/>
              <a:gd name="connsiteX4" fmla="*/ 310210 w 616801"/>
              <a:gd name="connsiteY4" fmla="*/ 1426960 h 2810087"/>
              <a:gd name="connsiteX5" fmla="*/ 609090 w 616801"/>
              <a:gd name="connsiteY5" fmla="*/ 4261 h 2810087"/>
              <a:gd name="connsiteX6" fmla="*/ 297826 w 616801"/>
              <a:gd name="connsiteY6" fmla="*/ 133 h 2810087"/>
              <a:gd name="connsiteX0" fmla="*/ 297826 w 616801"/>
              <a:gd name="connsiteY0" fmla="*/ 133 h 2810087"/>
              <a:gd name="connsiteX1" fmla="*/ 112 w 616801"/>
              <a:gd name="connsiteY1" fmla="*/ 1424895 h 2810087"/>
              <a:gd name="connsiteX2" fmla="*/ 322323 w 616801"/>
              <a:gd name="connsiteY2" fmla="*/ 2810087 h 2810087"/>
              <a:gd name="connsiteX3" fmla="*/ 616801 w 616801"/>
              <a:gd name="connsiteY3" fmla="*/ 2807127 h 2810087"/>
              <a:gd name="connsiteX4" fmla="*/ 310210 w 616801"/>
              <a:gd name="connsiteY4" fmla="*/ 1426960 h 2810087"/>
              <a:gd name="connsiteX5" fmla="*/ 609090 w 616801"/>
              <a:gd name="connsiteY5" fmla="*/ 4261 h 2810087"/>
              <a:gd name="connsiteX6" fmla="*/ 297826 w 616801"/>
              <a:gd name="connsiteY6" fmla="*/ 133 h 2810087"/>
              <a:gd name="connsiteX0" fmla="*/ 297826 w 616801"/>
              <a:gd name="connsiteY0" fmla="*/ 133 h 2808009"/>
              <a:gd name="connsiteX1" fmla="*/ 112 w 616801"/>
              <a:gd name="connsiteY1" fmla="*/ 1424895 h 2808009"/>
              <a:gd name="connsiteX2" fmla="*/ 322323 w 616801"/>
              <a:gd name="connsiteY2" fmla="*/ 2805063 h 2808009"/>
              <a:gd name="connsiteX3" fmla="*/ 616801 w 616801"/>
              <a:gd name="connsiteY3" fmla="*/ 2807127 h 2808009"/>
              <a:gd name="connsiteX4" fmla="*/ 310210 w 616801"/>
              <a:gd name="connsiteY4" fmla="*/ 1426960 h 2808009"/>
              <a:gd name="connsiteX5" fmla="*/ 609090 w 616801"/>
              <a:gd name="connsiteY5" fmla="*/ 4261 h 2808009"/>
              <a:gd name="connsiteX6" fmla="*/ 297826 w 616801"/>
              <a:gd name="connsiteY6" fmla="*/ 133 h 2808009"/>
              <a:gd name="connsiteX0" fmla="*/ 297826 w 616801"/>
              <a:gd name="connsiteY0" fmla="*/ 133 h 2808891"/>
              <a:gd name="connsiteX1" fmla="*/ 112 w 616801"/>
              <a:gd name="connsiteY1" fmla="*/ 1424895 h 2808891"/>
              <a:gd name="connsiteX2" fmla="*/ 322323 w 616801"/>
              <a:gd name="connsiteY2" fmla="*/ 2805063 h 2808891"/>
              <a:gd name="connsiteX3" fmla="*/ 616801 w 616801"/>
              <a:gd name="connsiteY3" fmla="*/ 2807127 h 2808891"/>
              <a:gd name="connsiteX4" fmla="*/ 310210 w 616801"/>
              <a:gd name="connsiteY4" fmla="*/ 1426960 h 2808891"/>
              <a:gd name="connsiteX5" fmla="*/ 609090 w 616801"/>
              <a:gd name="connsiteY5" fmla="*/ 4261 h 2808891"/>
              <a:gd name="connsiteX6" fmla="*/ 297826 w 616801"/>
              <a:gd name="connsiteY6" fmla="*/ 133 h 2808891"/>
              <a:gd name="connsiteX0" fmla="*/ 297826 w 616801"/>
              <a:gd name="connsiteY0" fmla="*/ 133 h 2808891"/>
              <a:gd name="connsiteX1" fmla="*/ 112 w 616801"/>
              <a:gd name="connsiteY1" fmla="*/ 1424895 h 2808891"/>
              <a:gd name="connsiteX2" fmla="*/ 322323 w 616801"/>
              <a:gd name="connsiteY2" fmla="*/ 2805063 h 2808891"/>
              <a:gd name="connsiteX3" fmla="*/ 616801 w 616801"/>
              <a:gd name="connsiteY3" fmla="*/ 2807127 h 2808891"/>
              <a:gd name="connsiteX4" fmla="*/ 310210 w 616801"/>
              <a:gd name="connsiteY4" fmla="*/ 1426960 h 2808891"/>
              <a:gd name="connsiteX5" fmla="*/ 609090 w 616801"/>
              <a:gd name="connsiteY5" fmla="*/ 4261 h 2808891"/>
              <a:gd name="connsiteX6" fmla="*/ 297826 w 616801"/>
              <a:gd name="connsiteY6" fmla="*/ 133 h 2808891"/>
              <a:gd name="connsiteX0" fmla="*/ 297826 w 616801"/>
              <a:gd name="connsiteY0" fmla="*/ 133 h 2808891"/>
              <a:gd name="connsiteX1" fmla="*/ 112 w 616801"/>
              <a:gd name="connsiteY1" fmla="*/ 1424895 h 2808891"/>
              <a:gd name="connsiteX2" fmla="*/ 322323 w 616801"/>
              <a:gd name="connsiteY2" fmla="*/ 2805063 h 2808891"/>
              <a:gd name="connsiteX3" fmla="*/ 616801 w 616801"/>
              <a:gd name="connsiteY3" fmla="*/ 2807127 h 2808891"/>
              <a:gd name="connsiteX4" fmla="*/ 310210 w 616801"/>
              <a:gd name="connsiteY4" fmla="*/ 1426960 h 2808891"/>
              <a:gd name="connsiteX5" fmla="*/ 609090 w 616801"/>
              <a:gd name="connsiteY5" fmla="*/ 4261 h 2808891"/>
              <a:gd name="connsiteX6" fmla="*/ 297826 w 616801"/>
              <a:gd name="connsiteY6" fmla="*/ 133 h 2808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6801" h="2808891">
                <a:moveTo>
                  <a:pt x="297826" y="133"/>
                </a:moveTo>
                <a:cubicBezTo>
                  <a:pt x="103168" y="68331"/>
                  <a:pt x="-3971" y="957407"/>
                  <a:pt x="112" y="1424895"/>
                </a:cubicBezTo>
                <a:cubicBezTo>
                  <a:pt x="4195" y="1892383"/>
                  <a:pt x="64778" y="2701099"/>
                  <a:pt x="322323" y="2805063"/>
                </a:cubicBezTo>
                <a:cubicBezTo>
                  <a:pt x="450758" y="2805660"/>
                  <a:pt x="502204" y="2811852"/>
                  <a:pt x="616801" y="2807127"/>
                </a:cubicBezTo>
                <a:cubicBezTo>
                  <a:pt x="322932" y="2525137"/>
                  <a:pt x="306470" y="1753427"/>
                  <a:pt x="310210" y="1426960"/>
                </a:cubicBezTo>
                <a:cubicBezTo>
                  <a:pt x="313950" y="1100493"/>
                  <a:pt x="345730" y="134229"/>
                  <a:pt x="609090" y="4261"/>
                </a:cubicBezTo>
                <a:cubicBezTo>
                  <a:pt x="480319" y="3092"/>
                  <a:pt x="444929" y="-762"/>
                  <a:pt x="297826" y="133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rapezoid 63">
            <a:extLst>
              <a:ext uri="{FF2B5EF4-FFF2-40B4-BE49-F238E27FC236}">
                <a16:creationId xmlns:a16="http://schemas.microsoft.com/office/drawing/2014/main" id="{429E7CB5-8E8B-6740-BDAA-46C537BA68FE}"/>
              </a:ext>
            </a:extLst>
          </p:cNvPr>
          <p:cNvSpPr/>
          <p:nvPr/>
        </p:nvSpPr>
        <p:spPr>
          <a:xfrm>
            <a:off x="9876024" y="695569"/>
            <a:ext cx="344230" cy="1553385"/>
          </a:xfrm>
          <a:prstGeom prst="trapezoid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38A778A-5E63-614C-AF63-5E2FFF78C6C6}"/>
              </a:ext>
            </a:extLst>
          </p:cNvPr>
          <p:cNvGrpSpPr/>
          <p:nvPr/>
        </p:nvGrpSpPr>
        <p:grpSpPr>
          <a:xfrm>
            <a:off x="9819650" y="112320"/>
            <a:ext cx="456978" cy="583250"/>
            <a:chOff x="9736953" y="96688"/>
            <a:chExt cx="668303" cy="852969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B459D3A-1FA7-174B-A1CB-EF177EBCC8BC}"/>
                </a:ext>
              </a:extLst>
            </p:cNvPr>
            <p:cNvSpPr/>
            <p:nvPr/>
          </p:nvSpPr>
          <p:spPr>
            <a:xfrm>
              <a:off x="9736953" y="96688"/>
              <a:ext cx="668303" cy="6683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rapezoid 61">
              <a:extLst>
                <a:ext uri="{FF2B5EF4-FFF2-40B4-BE49-F238E27FC236}">
                  <a16:creationId xmlns:a16="http://schemas.microsoft.com/office/drawing/2014/main" id="{6BB16082-4093-D14D-A0BA-611F02C841C4}"/>
                </a:ext>
              </a:extLst>
            </p:cNvPr>
            <p:cNvSpPr/>
            <p:nvPr/>
          </p:nvSpPr>
          <p:spPr>
            <a:xfrm>
              <a:off x="9821931" y="546854"/>
              <a:ext cx="498347" cy="402803"/>
            </a:xfrm>
            <a:prstGeom prst="trapezoi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B315031-48B9-F24D-B9AD-FA0CC4CE796A}"/>
              </a:ext>
            </a:extLst>
          </p:cNvPr>
          <p:cNvCxnSpPr>
            <a:cxnSpLocks/>
          </p:cNvCxnSpPr>
          <p:nvPr/>
        </p:nvCxnSpPr>
        <p:spPr>
          <a:xfrm flipH="1">
            <a:off x="5581792" y="3863662"/>
            <a:ext cx="4103123" cy="668254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695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6</cp:revision>
  <dcterms:created xsi:type="dcterms:W3CDTF">2025-08-26T02:46:27Z</dcterms:created>
  <dcterms:modified xsi:type="dcterms:W3CDTF">2025-08-26T03:22:37Z</dcterms:modified>
</cp:coreProperties>
</file>