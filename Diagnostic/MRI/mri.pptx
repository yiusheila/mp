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83838"/>
    <a:srgbClr val="D5FC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90"/>
    <p:restoredTop sz="94674"/>
  </p:normalViewPr>
  <p:slideViewPr>
    <p:cSldViewPr snapToGrid="0" snapToObjects="1" showGuides="1">
      <p:cViewPr>
        <p:scale>
          <a:sx n="167" d="100"/>
          <a:sy n="167" d="100"/>
        </p:scale>
        <p:origin x="-3424" y="-152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22373-4A8C-324A-8B6C-0664BEA4E5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EFBB71-38A9-C141-99ED-7272115DF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6F08AD-D1F9-7840-AF95-26AC42E15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A40E9-0F53-3C42-ACC3-32B19622392C}" type="datetimeFigureOut">
              <a:rPr lang="en-US" smtClean="0"/>
              <a:t>9/20/24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FD8A87-7955-9C42-AFBB-5E4ACEDC4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9224CB-D162-C84E-A5B8-7B6E7A972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FB71A-0CC4-AA47-BBCF-85BB9F267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035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EA998-B473-3042-9FF8-18C6EC563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2563E-F6B3-BD4F-A7F1-656EF39FD1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1EF796-EFE8-7B4D-BA79-B00804401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A40E9-0F53-3C42-ACC3-32B19622392C}" type="datetimeFigureOut">
              <a:rPr lang="en-US" smtClean="0"/>
              <a:t>9/20/24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A5DF8-1CBC-AF4F-8301-FEEA29C1D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93FCB7-D6EF-5048-8814-102243B86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FB71A-0CC4-AA47-BBCF-85BB9F267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602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AEA8D-7FF9-6B42-8B16-7097601F7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8247E3-5174-204A-948D-FD6AD0F883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885099-949F-AE4A-84F9-637958C77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A40E9-0F53-3C42-ACC3-32B19622392C}" type="datetimeFigureOut">
              <a:rPr lang="en-US" smtClean="0"/>
              <a:t>9/20/24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274D6-BE2B-1C4E-9C15-7C60F4BF5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4C033-44AD-774E-99C5-9DE8C1AF2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FB71A-0CC4-AA47-BBCF-85BB9F267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571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0A772-BD8C-7145-921E-F866F0972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716C9-F5BF-274E-A815-9CFBF33B8C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CED204-CA1C-E147-B82A-80C2317715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C44F19-E6C9-7145-8C01-D5705C829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A40E9-0F53-3C42-ACC3-32B19622392C}" type="datetimeFigureOut">
              <a:rPr lang="en-US" smtClean="0"/>
              <a:t>9/20/24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FC357B-4E70-5E4D-9BD8-EA9C5859F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3484DC-B677-3948-AE7C-58A9992FE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FB71A-0CC4-AA47-BBCF-85BB9F267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042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DEB82-AAA7-0A44-87F8-1D09F5BCD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3522BA-06CD-ED45-976B-046C2A3267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755EEA-455C-4E4E-8EFB-2738843507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2D0D2F-9867-FC4D-A0C2-00137B9CD3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8CE2DC-4350-054D-ACF3-11DF61E1F5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A86B3C-3EFD-6D4D-8437-FC018EE10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A40E9-0F53-3C42-ACC3-32B19622392C}" type="datetimeFigureOut">
              <a:rPr lang="en-US" smtClean="0"/>
              <a:t>9/20/24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08B9A6-5102-1D4D-B1ED-015129C11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36778E-F1B2-E74F-8446-17258ABCC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FB71A-0CC4-AA47-BBCF-85BB9F267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407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05869-3715-154E-ABB9-9995BACE2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0C704F-2253-974C-979F-C21B88AB1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A40E9-0F53-3C42-ACC3-32B19622392C}" type="datetimeFigureOut">
              <a:rPr lang="en-US" smtClean="0"/>
              <a:t>9/20/24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CF4D6E-BA95-0D4A-9A79-3A9172D67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7FCC73-DF09-3C40-90B4-EE17A169B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FB71A-0CC4-AA47-BBCF-85BB9F267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557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B8619D-2C0A-4D4C-95E9-B44668D97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A40E9-0F53-3C42-ACC3-32B19622392C}" type="datetimeFigureOut">
              <a:rPr lang="en-US" smtClean="0"/>
              <a:t>9/20/24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215952-8B8B-6545-83E5-6769055AB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1FEE05-AF9E-2745-8CAD-7AE1A616D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FB71A-0CC4-AA47-BBCF-85BB9F267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7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4E400-7D59-1342-85DA-69FF0972C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1127D-F690-A142-BFD3-561C35D895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0FAA27-897A-864E-9861-40F9F89DF9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A9F9F8-ECDC-F14A-A0E2-F8E884EC2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A40E9-0F53-3C42-ACC3-32B19622392C}" type="datetimeFigureOut">
              <a:rPr lang="en-US" smtClean="0"/>
              <a:t>9/20/24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11BADE-730B-6744-8C16-CAB5F88ED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BB2517-430A-F541-85D5-DFB5EE685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FB71A-0CC4-AA47-BBCF-85BB9F267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950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2D3F0-FCF7-BD4B-8E98-FF653F969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381E4D-0F14-364D-8CA7-EEA2E825C0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79F6F2-4035-DE4D-9A81-8760ADCBCB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A11687-0C1D-0E4C-A85C-0354314DC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A40E9-0F53-3C42-ACC3-32B19622392C}" type="datetimeFigureOut">
              <a:rPr lang="en-US" smtClean="0"/>
              <a:t>9/20/24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EA7A74-F017-7642-A2CC-2B24AC4F6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ED927F-A88B-3844-90FE-84243C898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FB71A-0CC4-AA47-BBCF-85BB9F267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989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B9060-CF4B-E14B-B375-28CFDAB92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BD374A-725B-264F-B395-E6BC50AA74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EEBE2-4DB0-754A-A7EA-2FE9A76FE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A40E9-0F53-3C42-ACC3-32B19622392C}" type="datetimeFigureOut">
              <a:rPr lang="en-US" smtClean="0"/>
              <a:t>9/20/24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C01F0A-A653-0342-968E-2B9C566C4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748A83-5C9A-604E-82D3-C6E3688C8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FB71A-0CC4-AA47-BBCF-85BB9F267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372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2A48B6-BF64-084A-B87C-E329B959E5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FFB3D1-787D-354B-A360-AC10338E19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1AAC8E-B4DC-F041-A5FA-C279076E0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A40E9-0F53-3C42-ACC3-32B19622392C}" type="datetimeFigureOut">
              <a:rPr lang="en-US" smtClean="0"/>
              <a:t>9/20/24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C1E64D-4AD9-7540-8A70-855D8D565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9CB2A6-4A22-7F47-A700-7C7671C75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FB71A-0CC4-AA47-BBCF-85BB9F267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54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395A3C-FC75-ED40-8F00-EE8FDCAEB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A5CC21-4595-2A4B-8812-AF13530D4C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6F2577-AAB1-BF45-AFD2-3DC3754566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A40E9-0F53-3C42-ACC3-32B19622392C}" type="datetimeFigureOut">
              <a:rPr lang="en-US" smtClean="0"/>
              <a:t>9/20/24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C8495D-3093-9143-8F56-6A3DFA8E54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737F1-B1AB-2949-8E5F-5B11A95509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9FB71A-0CC4-AA47-BBCF-85BB9F267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361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3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08203FE-B8D1-D44D-BDFB-0195B084B2A7}"/>
              </a:ext>
            </a:extLst>
          </p:cNvPr>
          <p:cNvCxnSpPr>
            <a:cxnSpLocks/>
          </p:cNvCxnSpPr>
          <p:nvPr/>
        </p:nvCxnSpPr>
        <p:spPr>
          <a:xfrm>
            <a:off x="1828800" y="2141951"/>
            <a:ext cx="8280000" cy="0"/>
          </a:xfrm>
          <a:prstGeom prst="straightConnector1">
            <a:avLst/>
          </a:prstGeom>
          <a:ln w="25400">
            <a:solidFill>
              <a:schemeClr val="bg1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66E80F0-0DCD-F148-8F6F-CD85B19A52E6}"/>
              </a:ext>
            </a:extLst>
          </p:cNvPr>
          <p:cNvCxnSpPr>
            <a:cxnSpLocks/>
          </p:cNvCxnSpPr>
          <p:nvPr/>
        </p:nvCxnSpPr>
        <p:spPr>
          <a:xfrm rot="5400000">
            <a:off x="1660742" y="2131514"/>
            <a:ext cx="336115" cy="0"/>
          </a:xfrm>
          <a:prstGeom prst="straightConnector1">
            <a:avLst/>
          </a:prstGeom>
          <a:ln w="25400">
            <a:solidFill>
              <a:schemeClr val="bg1"/>
            </a:solidFill>
            <a:headEnd type="none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4418C605-A70F-B44F-9C24-B248681F3189}"/>
              </a:ext>
            </a:extLst>
          </p:cNvPr>
          <p:cNvSpPr/>
          <p:nvPr/>
        </p:nvSpPr>
        <p:spPr>
          <a:xfrm>
            <a:off x="1864800" y="2022953"/>
            <a:ext cx="72000" cy="237995"/>
          </a:xfrm>
          <a:prstGeom prst="rect">
            <a:avLst/>
          </a:prstGeom>
          <a:solidFill>
            <a:srgbClr val="D5FC7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2F71DF-AFE2-D542-923F-A3EB75C0F52E}"/>
              </a:ext>
            </a:extLst>
          </p:cNvPr>
          <p:cNvSpPr txBox="1"/>
          <p:nvPr/>
        </p:nvSpPr>
        <p:spPr>
          <a:xfrm>
            <a:off x="1792798" y="1790450"/>
            <a:ext cx="8354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10 - 30 </a:t>
            </a:r>
            <a:r>
              <a:rPr lang="en-US" sz="1200" dirty="0" err="1">
                <a:solidFill>
                  <a:schemeClr val="bg1"/>
                </a:solidFill>
              </a:rPr>
              <a:t>ms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A7A81E1-A9DD-0B4B-B979-B9B1AC3E1176}"/>
              </a:ext>
            </a:extLst>
          </p:cNvPr>
          <p:cNvSpPr/>
          <p:nvPr/>
        </p:nvSpPr>
        <p:spPr>
          <a:xfrm>
            <a:off x="3268799" y="2012516"/>
            <a:ext cx="1079997" cy="237995"/>
          </a:xfrm>
          <a:prstGeom prst="rect">
            <a:avLst/>
          </a:prstGeom>
          <a:solidFill>
            <a:srgbClr val="D5FC7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C734F0-8AF1-BF49-9C59-5C7C54729F5D}"/>
              </a:ext>
            </a:extLst>
          </p:cNvPr>
          <p:cNvSpPr txBox="1"/>
          <p:nvPr/>
        </p:nvSpPr>
        <p:spPr>
          <a:xfrm>
            <a:off x="3323982" y="1790449"/>
            <a:ext cx="9925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400 - 700 </a:t>
            </a:r>
            <a:r>
              <a:rPr lang="en-US" sz="1200" dirty="0" err="1">
                <a:solidFill>
                  <a:schemeClr val="bg1"/>
                </a:solidFill>
              </a:rPr>
              <a:t>ms</a:t>
            </a:r>
            <a:endParaRPr lang="en-US" sz="1200" dirty="0">
              <a:solidFill>
                <a:schemeClr val="bg1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EA20F2F-E646-2840-9066-2880934CA655}"/>
              </a:ext>
            </a:extLst>
          </p:cNvPr>
          <p:cNvCxnSpPr>
            <a:cxnSpLocks/>
          </p:cNvCxnSpPr>
          <p:nvPr/>
        </p:nvCxnSpPr>
        <p:spPr>
          <a:xfrm>
            <a:off x="1828799" y="2710314"/>
            <a:ext cx="8280000" cy="0"/>
          </a:xfrm>
          <a:prstGeom prst="straightConnector1">
            <a:avLst/>
          </a:prstGeom>
          <a:ln w="25400">
            <a:solidFill>
              <a:schemeClr val="bg1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C857E95-D0F1-024A-8997-DC7D8C6E5642}"/>
              </a:ext>
            </a:extLst>
          </p:cNvPr>
          <p:cNvCxnSpPr>
            <a:cxnSpLocks/>
          </p:cNvCxnSpPr>
          <p:nvPr/>
        </p:nvCxnSpPr>
        <p:spPr>
          <a:xfrm rot="5400000">
            <a:off x="1660741" y="2699877"/>
            <a:ext cx="336115" cy="0"/>
          </a:xfrm>
          <a:prstGeom prst="straightConnector1">
            <a:avLst/>
          </a:prstGeom>
          <a:ln w="25400">
            <a:solidFill>
              <a:schemeClr val="bg1"/>
            </a:solidFill>
            <a:headEnd type="none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0B2703DE-1875-B246-A5A6-6EC52A2639B9}"/>
              </a:ext>
            </a:extLst>
          </p:cNvPr>
          <p:cNvSpPr/>
          <p:nvPr/>
        </p:nvSpPr>
        <p:spPr>
          <a:xfrm>
            <a:off x="2080799" y="2591316"/>
            <a:ext cx="547470" cy="237995"/>
          </a:xfrm>
          <a:prstGeom prst="rect">
            <a:avLst/>
          </a:prstGeom>
          <a:solidFill>
            <a:srgbClr val="D5FC7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52EF58F-C893-9D48-BBAF-5071064622D4}"/>
              </a:ext>
            </a:extLst>
          </p:cNvPr>
          <p:cNvSpPr txBox="1"/>
          <p:nvPr/>
        </p:nvSpPr>
        <p:spPr>
          <a:xfrm>
            <a:off x="2046077" y="2368512"/>
            <a:ext cx="6735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&gt; 70 </a:t>
            </a:r>
            <a:r>
              <a:rPr lang="en-US" sz="1200" dirty="0" err="1">
                <a:solidFill>
                  <a:schemeClr val="bg1"/>
                </a:solidFill>
              </a:rPr>
              <a:t>ms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746AFBF-09CC-CA46-97DF-682AAE637FEC}"/>
              </a:ext>
            </a:extLst>
          </p:cNvPr>
          <p:cNvSpPr/>
          <p:nvPr/>
        </p:nvSpPr>
        <p:spPr>
          <a:xfrm>
            <a:off x="9028799" y="2580879"/>
            <a:ext cx="784068" cy="237995"/>
          </a:xfrm>
          <a:prstGeom prst="rect">
            <a:avLst/>
          </a:prstGeom>
          <a:solidFill>
            <a:srgbClr val="D5FC7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410BE3-5379-7F4A-9ED0-B887C8F9EB21}"/>
              </a:ext>
            </a:extLst>
          </p:cNvPr>
          <p:cNvSpPr txBox="1"/>
          <p:nvPr/>
        </p:nvSpPr>
        <p:spPr>
          <a:xfrm>
            <a:off x="8924543" y="2362565"/>
            <a:ext cx="8306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&gt; 2000 </a:t>
            </a:r>
            <a:r>
              <a:rPr lang="en-US" sz="1200" dirty="0" err="1">
                <a:solidFill>
                  <a:schemeClr val="bg1"/>
                </a:solidFill>
              </a:rPr>
              <a:t>ms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2945621-262D-074C-95B1-A9469ACB7837}"/>
              </a:ext>
            </a:extLst>
          </p:cNvPr>
          <p:cNvSpPr txBox="1"/>
          <p:nvPr/>
        </p:nvSpPr>
        <p:spPr>
          <a:xfrm>
            <a:off x="1440550" y="1976709"/>
            <a:ext cx="3882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ECE8CBA-0DD1-C44F-B28A-C77C1E5CD775}"/>
              </a:ext>
            </a:extLst>
          </p:cNvPr>
          <p:cNvSpPr txBox="1"/>
          <p:nvPr/>
        </p:nvSpPr>
        <p:spPr>
          <a:xfrm>
            <a:off x="1440550" y="2541036"/>
            <a:ext cx="3882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T2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54C7E2E-61D7-B041-B3E0-8997E10B228D}"/>
              </a:ext>
            </a:extLst>
          </p:cNvPr>
          <p:cNvCxnSpPr>
            <a:cxnSpLocks/>
          </p:cNvCxnSpPr>
          <p:nvPr/>
        </p:nvCxnSpPr>
        <p:spPr>
          <a:xfrm>
            <a:off x="1828799" y="3276974"/>
            <a:ext cx="8280000" cy="0"/>
          </a:xfrm>
          <a:prstGeom prst="straightConnector1">
            <a:avLst/>
          </a:prstGeom>
          <a:ln w="25400">
            <a:solidFill>
              <a:schemeClr val="bg1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C6A0CCE-5EC6-6543-8165-E5885A517E1B}"/>
              </a:ext>
            </a:extLst>
          </p:cNvPr>
          <p:cNvCxnSpPr>
            <a:cxnSpLocks/>
          </p:cNvCxnSpPr>
          <p:nvPr/>
        </p:nvCxnSpPr>
        <p:spPr>
          <a:xfrm rot="5400000">
            <a:off x="1660741" y="3266537"/>
            <a:ext cx="336115" cy="0"/>
          </a:xfrm>
          <a:prstGeom prst="straightConnector1">
            <a:avLst/>
          </a:prstGeom>
          <a:ln w="25400">
            <a:solidFill>
              <a:schemeClr val="bg1"/>
            </a:solidFill>
            <a:headEnd type="none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9EA05FD7-FAFF-4A4B-9682-14D1523026A8}"/>
              </a:ext>
            </a:extLst>
          </p:cNvPr>
          <p:cNvSpPr/>
          <p:nvPr/>
        </p:nvSpPr>
        <p:spPr>
          <a:xfrm>
            <a:off x="1933055" y="3157976"/>
            <a:ext cx="111744" cy="237995"/>
          </a:xfrm>
          <a:prstGeom prst="rect">
            <a:avLst/>
          </a:prstGeom>
          <a:solidFill>
            <a:srgbClr val="D5FC7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9DDD198-3223-CD45-B75A-44CE6D8496F5}"/>
              </a:ext>
            </a:extLst>
          </p:cNvPr>
          <p:cNvSpPr txBox="1"/>
          <p:nvPr/>
        </p:nvSpPr>
        <p:spPr>
          <a:xfrm>
            <a:off x="1828798" y="2935172"/>
            <a:ext cx="8354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30 - 60 </a:t>
            </a:r>
            <a:r>
              <a:rPr lang="en-US" sz="1200" dirty="0" err="1">
                <a:solidFill>
                  <a:schemeClr val="bg1"/>
                </a:solidFill>
              </a:rPr>
              <a:t>ms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05C4318-0C36-A040-A079-DD6D1F0E4EDE}"/>
              </a:ext>
            </a:extLst>
          </p:cNvPr>
          <p:cNvSpPr txBox="1"/>
          <p:nvPr/>
        </p:nvSpPr>
        <p:spPr>
          <a:xfrm>
            <a:off x="1377050" y="3107696"/>
            <a:ext cx="4908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T2*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9F13936-F350-9B44-8074-7387923897EF}"/>
              </a:ext>
            </a:extLst>
          </p:cNvPr>
          <p:cNvCxnSpPr>
            <a:cxnSpLocks/>
          </p:cNvCxnSpPr>
          <p:nvPr/>
        </p:nvCxnSpPr>
        <p:spPr>
          <a:xfrm>
            <a:off x="1828800" y="3860306"/>
            <a:ext cx="8280000" cy="0"/>
          </a:xfrm>
          <a:prstGeom prst="straightConnector1">
            <a:avLst/>
          </a:prstGeom>
          <a:ln w="25400">
            <a:solidFill>
              <a:schemeClr val="bg1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D3E8591-CA70-474F-AD23-F54094360AA9}"/>
              </a:ext>
            </a:extLst>
          </p:cNvPr>
          <p:cNvCxnSpPr>
            <a:cxnSpLocks/>
          </p:cNvCxnSpPr>
          <p:nvPr/>
        </p:nvCxnSpPr>
        <p:spPr>
          <a:xfrm rot="5400000">
            <a:off x="1660742" y="3849869"/>
            <a:ext cx="336115" cy="0"/>
          </a:xfrm>
          <a:prstGeom prst="straightConnector1">
            <a:avLst/>
          </a:prstGeom>
          <a:ln w="25400">
            <a:solidFill>
              <a:schemeClr val="bg1"/>
            </a:solidFill>
            <a:headEnd type="none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16AD575E-DF4C-1842-82C5-44FF6DBEBFCA}"/>
              </a:ext>
            </a:extLst>
          </p:cNvPr>
          <p:cNvSpPr/>
          <p:nvPr/>
        </p:nvSpPr>
        <p:spPr>
          <a:xfrm>
            <a:off x="1864800" y="3741308"/>
            <a:ext cx="72000" cy="237995"/>
          </a:xfrm>
          <a:prstGeom prst="rect">
            <a:avLst/>
          </a:prstGeom>
          <a:solidFill>
            <a:srgbClr val="D5FC7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A58A59B-0760-8C46-B79A-77A82FAE4940}"/>
              </a:ext>
            </a:extLst>
          </p:cNvPr>
          <p:cNvSpPr txBox="1"/>
          <p:nvPr/>
        </p:nvSpPr>
        <p:spPr>
          <a:xfrm>
            <a:off x="1792798" y="3508805"/>
            <a:ext cx="8354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10 - 30 </a:t>
            </a:r>
            <a:r>
              <a:rPr lang="en-US" sz="1200" dirty="0" err="1">
                <a:solidFill>
                  <a:schemeClr val="bg1"/>
                </a:solidFill>
              </a:rPr>
              <a:t>ms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8D840D1-7342-9D45-9471-629DF87DBFB7}"/>
              </a:ext>
            </a:extLst>
          </p:cNvPr>
          <p:cNvSpPr txBox="1"/>
          <p:nvPr/>
        </p:nvSpPr>
        <p:spPr>
          <a:xfrm>
            <a:off x="1440550" y="3695064"/>
            <a:ext cx="4171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PD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5C2118B-AD63-F440-A995-FB23D17E4F3F}"/>
              </a:ext>
            </a:extLst>
          </p:cNvPr>
          <p:cNvSpPr/>
          <p:nvPr/>
        </p:nvSpPr>
        <p:spPr>
          <a:xfrm>
            <a:off x="9028799" y="3741308"/>
            <a:ext cx="784068" cy="237995"/>
          </a:xfrm>
          <a:prstGeom prst="rect">
            <a:avLst/>
          </a:prstGeom>
          <a:solidFill>
            <a:srgbClr val="D5FC7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79B1E9F-463C-2A45-96BE-3FA4DD3CA24C}"/>
              </a:ext>
            </a:extLst>
          </p:cNvPr>
          <p:cNvSpPr txBox="1"/>
          <p:nvPr/>
        </p:nvSpPr>
        <p:spPr>
          <a:xfrm>
            <a:off x="8924543" y="3522994"/>
            <a:ext cx="8306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&gt; 2000 </a:t>
            </a:r>
            <a:r>
              <a:rPr lang="en-US" sz="1200" dirty="0" err="1">
                <a:solidFill>
                  <a:schemeClr val="bg1"/>
                </a:solidFill>
              </a:rPr>
              <a:t>ms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58333F7-1E39-6E40-9DA3-0545A5DFFDC7}"/>
              </a:ext>
            </a:extLst>
          </p:cNvPr>
          <p:cNvSpPr txBox="1"/>
          <p:nvPr/>
        </p:nvSpPr>
        <p:spPr>
          <a:xfrm>
            <a:off x="4527232" y="1312688"/>
            <a:ext cx="25124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Example of TE and TR value</a:t>
            </a:r>
          </a:p>
        </p:txBody>
      </p:sp>
    </p:spTree>
    <p:extLst>
      <p:ext uri="{BB962C8B-B14F-4D97-AF65-F5344CB8AC3E}">
        <p14:creationId xmlns:p14="http://schemas.microsoft.com/office/powerpoint/2010/main" val="3047358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3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03C6B01D-BBD9-8648-A91F-428454984D14}"/>
              </a:ext>
            </a:extLst>
          </p:cNvPr>
          <p:cNvSpPr/>
          <p:nvPr/>
        </p:nvSpPr>
        <p:spPr>
          <a:xfrm>
            <a:off x="5845126" y="5267736"/>
            <a:ext cx="567944" cy="567945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32DB8B7-8529-9642-B6DB-887F8F469DD5}"/>
              </a:ext>
            </a:extLst>
          </p:cNvPr>
          <p:cNvGrpSpPr/>
          <p:nvPr/>
        </p:nvGrpSpPr>
        <p:grpSpPr>
          <a:xfrm>
            <a:off x="5326039" y="5125581"/>
            <a:ext cx="1610015" cy="854753"/>
            <a:chOff x="6159398" y="2376065"/>
            <a:chExt cx="2209705" cy="1173126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7D3D6F7B-E51C-144D-9943-4BBE615B10B1}"/>
                </a:ext>
              </a:extLst>
            </p:cNvPr>
            <p:cNvSpPr/>
            <p:nvPr/>
          </p:nvSpPr>
          <p:spPr>
            <a:xfrm>
              <a:off x="6159398" y="2376065"/>
              <a:ext cx="2204357" cy="216000"/>
            </a:xfrm>
            <a:custGeom>
              <a:avLst/>
              <a:gdLst>
                <a:gd name="connsiteX0" fmla="*/ 0 w 2204357"/>
                <a:gd name="connsiteY0" fmla="*/ 653159 h 669488"/>
                <a:gd name="connsiteX1" fmla="*/ 1110343 w 2204357"/>
                <a:gd name="connsiteY1" fmla="*/ 16 h 669488"/>
                <a:gd name="connsiteX2" fmla="*/ 2204357 w 2204357"/>
                <a:gd name="connsiteY2" fmla="*/ 669488 h 669488"/>
                <a:gd name="connsiteX0" fmla="*/ 0 w 2204357"/>
                <a:gd name="connsiteY0" fmla="*/ 653152 h 669481"/>
                <a:gd name="connsiteX1" fmla="*/ 1110343 w 2204357"/>
                <a:gd name="connsiteY1" fmla="*/ 9 h 669481"/>
                <a:gd name="connsiteX2" fmla="*/ 2204357 w 2204357"/>
                <a:gd name="connsiteY2" fmla="*/ 669481 h 669481"/>
                <a:gd name="connsiteX0" fmla="*/ 0 w 2204357"/>
                <a:gd name="connsiteY0" fmla="*/ 653152 h 669481"/>
                <a:gd name="connsiteX1" fmla="*/ 1110343 w 2204357"/>
                <a:gd name="connsiteY1" fmla="*/ 9 h 669481"/>
                <a:gd name="connsiteX2" fmla="*/ 2204357 w 2204357"/>
                <a:gd name="connsiteY2" fmla="*/ 669481 h 669481"/>
                <a:gd name="connsiteX0" fmla="*/ 0 w 2204357"/>
                <a:gd name="connsiteY0" fmla="*/ 326589 h 342918"/>
                <a:gd name="connsiteX1" fmla="*/ 1110343 w 2204357"/>
                <a:gd name="connsiteY1" fmla="*/ 18 h 342918"/>
                <a:gd name="connsiteX2" fmla="*/ 2204357 w 2204357"/>
                <a:gd name="connsiteY2" fmla="*/ 342918 h 342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04357" h="342918">
                  <a:moveTo>
                    <a:pt x="0" y="326589"/>
                  </a:moveTo>
                  <a:cubicBezTo>
                    <a:pt x="404132" y="308900"/>
                    <a:pt x="742950" y="-2703"/>
                    <a:pt x="1110343" y="18"/>
                  </a:cubicBezTo>
                  <a:cubicBezTo>
                    <a:pt x="1477736" y="2739"/>
                    <a:pt x="1726746" y="319785"/>
                    <a:pt x="2204357" y="342918"/>
                  </a:cubicBezTo>
                </a:path>
              </a:pathLst>
            </a:custGeom>
            <a:noFill/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86D94325-F35A-2D4D-BC7F-7B383C8C3778}"/>
                </a:ext>
              </a:extLst>
            </p:cNvPr>
            <p:cNvSpPr/>
            <p:nvPr/>
          </p:nvSpPr>
          <p:spPr>
            <a:xfrm>
              <a:off x="6159398" y="2560835"/>
              <a:ext cx="2204357" cy="152400"/>
            </a:xfrm>
            <a:custGeom>
              <a:avLst/>
              <a:gdLst>
                <a:gd name="connsiteX0" fmla="*/ 0 w 2204357"/>
                <a:gd name="connsiteY0" fmla="*/ 653159 h 669488"/>
                <a:gd name="connsiteX1" fmla="*/ 1110343 w 2204357"/>
                <a:gd name="connsiteY1" fmla="*/ 16 h 669488"/>
                <a:gd name="connsiteX2" fmla="*/ 2204357 w 2204357"/>
                <a:gd name="connsiteY2" fmla="*/ 669488 h 669488"/>
                <a:gd name="connsiteX0" fmla="*/ 0 w 2204357"/>
                <a:gd name="connsiteY0" fmla="*/ 653152 h 669481"/>
                <a:gd name="connsiteX1" fmla="*/ 1110343 w 2204357"/>
                <a:gd name="connsiteY1" fmla="*/ 9 h 669481"/>
                <a:gd name="connsiteX2" fmla="*/ 2204357 w 2204357"/>
                <a:gd name="connsiteY2" fmla="*/ 669481 h 669481"/>
                <a:gd name="connsiteX0" fmla="*/ 0 w 2204357"/>
                <a:gd name="connsiteY0" fmla="*/ 653152 h 669481"/>
                <a:gd name="connsiteX1" fmla="*/ 1110343 w 2204357"/>
                <a:gd name="connsiteY1" fmla="*/ 9 h 669481"/>
                <a:gd name="connsiteX2" fmla="*/ 2204357 w 2204357"/>
                <a:gd name="connsiteY2" fmla="*/ 669481 h 669481"/>
                <a:gd name="connsiteX0" fmla="*/ 0 w 2204357"/>
                <a:gd name="connsiteY0" fmla="*/ 326589 h 342918"/>
                <a:gd name="connsiteX1" fmla="*/ 1110343 w 2204357"/>
                <a:gd name="connsiteY1" fmla="*/ 18 h 342918"/>
                <a:gd name="connsiteX2" fmla="*/ 2204357 w 2204357"/>
                <a:gd name="connsiteY2" fmla="*/ 342918 h 342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04357" h="342918">
                  <a:moveTo>
                    <a:pt x="0" y="326589"/>
                  </a:moveTo>
                  <a:cubicBezTo>
                    <a:pt x="404132" y="308900"/>
                    <a:pt x="742950" y="-2703"/>
                    <a:pt x="1110343" y="18"/>
                  </a:cubicBezTo>
                  <a:cubicBezTo>
                    <a:pt x="1477736" y="2739"/>
                    <a:pt x="1726746" y="319785"/>
                    <a:pt x="2204357" y="342918"/>
                  </a:cubicBezTo>
                </a:path>
              </a:pathLst>
            </a:custGeom>
            <a:noFill/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E0EA1D49-4B21-D74E-BE5F-7C65D8E09366}"/>
                </a:ext>
              </a:extLst>
            </p:cNvPr>
            <p:cNvSpPr/>
            <p:nvPr/>
          </p:nvSpPr>
          <p:spPr>
            <a:xfrm>
              <a:off x="6160555" y="2735998"/>
              <a:ext cx="2203200" cy="107803"/>
            </a:xfrm>
            <a:custGeom>
              <a:avLst/>
              <a:gdLst>
                <a:gd name="connsiteX0" fmla="*/ 0 w 2204357"/>
                <a:gd name="connsiteY0" fmla="*/ 653159 h 669488"/>
                <a:gd name="connsiteX1" fmla="*/ 1110343 w 2204357"/>
                <a:gd name="connsiteY1" fmla="*/ 16 h 669488"/>
                <a:gd name="connsiteX2" fmla="*/ 2204357 w 2204357"/>
                <a:gd name="connsiteY2" fmla="*/ 669488 h 669488"/>
                <a:gd name="connsiteX0" fmla="*/ 0 w 2204357"/>
                <a:gd name="connsiteY0" fmla="*/ 653152 h 669481"/>
                <a:gd name="connsiteX1" fmla="*/ 1110343 w 2204357"/>
                <a:gd name="connsiteY1" fmla="*/ 9 h 669481"/>
                <a:gd name="connsiteX2" fmla="*/ 2204357 w 2204357"/>
                <a:gd name="connsiteY2" fmla="*/ 669481 h 669481"/>
                <a:gd name="connsiteX0" fmla="*/ 0 w 2204357"/>
                <a:gd name="connsiteY0" fmla="*/ 653152 h 669481"/>
                <a:gd name="connsiteX1" fmla="*/ 1110343 w 2204357"/>
                <a:gd name="connsiteY1" fmla="*/ 9 h 669481"/>
                <a:gd name="connsiteX2" fmla="*/ 2204357 w 2204357"/>
                <a:gd name="connsiteY2" fmla="*/ 669481 h 669481"/>
                <a:gd name="connsiteX0" fmla="*/ 0 w 2204357"/>
                <a:gd name="connsiteY0" fmla="*/ 326589 h 342918"/>
                <a:gd name="connsiteX1" fmla="*/ 1110343 w 2204357"/>
                <a:gd name="connsiteY1" fmla="*/ 18 h 342918"/>
                <a:gd name="connsiteX2" fmla="*/ 2204357 w 2204357"/>
                <a:gd name="connsiteY2" fmla="*/ 342918 h 342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04357" h="342918">
                  <a:moveTo>
                    <a:pt x="0" y="326589"/>
                  </a:moveTo>
                  <a:cubicBezTo>
                    <a:pt x="404132" y="308900"/>
                    <a:pt x="742950" y="-2703"/>
                    <a:pt x="1110343" y="18"/>
                  </a:cubicBezTo>
                  <a:cubicBezTo>
                    <a:pt x="1477736" y="2739"/>
                    <a:pt x="1726746" y="319785"/>
                    <a:pt x="2204357" y="342918"/>
                  </a:cubicBezTo>
                </a:path>
              </a:pathLst>
            </a:custGeom>
            <a:noFill/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E64745E6-826D-6A4F-B141-24B886881564}"/>
                </a:ext>
              </a:extLst>
            </p:cNvPr>
            <p:cNvSpPr/>
            <p:nvPr/>
          </p:nvSpPr>
          <p:spPr>
            <a:xfrm flipV="1">
              <a:off x="6160555" y="3083057"/>
              <a:ext cx="2204357" cy="107803"/>
            </a:xfrm>
            <a:custGeom>
              <a:avLst/>
              <a:gdLst>
                <a:gd name="connsiteX0" fmla="*/ 0 w 2204357"/>
                <a:gd name="connsiteY0" fmla="*/ 653159 h 669488"/>
                <a:gd name="connsiteX1" fmla="*/ 1110343 w 2204357"/>
                <a:gd name="connsiteY1" fmla="*/ 16 h 669488"/>
                <a:gd name="connsiteX2" fmla="*/ 2204357 w 2204357"/>
                <a:gd name="connsiteY2" fmla="*/ 669488 h 669488"/>
                <a:gd name="connsiteX0" fmla="*/ 0 w 2204357"/>
                <a:gd name="connsiteY0" fmla="*/ 653152 h 669481"/>
                <a:gd name="connsiteX1" fmla="*/ 1110343 w 2204357"/>
                <a:gd name="connsiteY1" fmla="*/ 9 h 669481"/>
                <a:gd name="connsiteX2" fmla="*/ 2204357 w 2204357"/>
                <a:gd name="connsiteY2" fmla="*/ 669481 h 669481"/>
                <a:gd name="connsiteX0" fmla="*/ 0 w 2204357"/>
                <a:gd name="connsiteY0" fmla="*/ 653152 h 669481"/>
                <a:gd name="connsiteX1" fmla="*/ 1110343 w 2204357"/>
                <a:gd name="connsiteY1" fmla="*/ 9 h 669481"/>
                <a:gd name="connsiteX2" fmla="*/ 2204357 w 2204357"/>
                <a:gd name="connsiteY2" fmla="*/ 669481 h 669481"/>
                <a:gd name="connsiteX0" fmla="*/ 0 w 2204357"/>
                <a:gd name="connsiteY0" fmla="*/ 326589 h 342918"/>
                <a:gd name="connsiteX1" fmla="*/ 1110343 w 2204357"/>
                <a:gd name="connsiteY1" fmla="*/ 18 h 342918"/>
                <a:gd name="connsiteX2" fmla="*/ 2204357 w 2204357"/>
                <a:gd name="connsiteY2" fmla="*/ 342918 h 342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04357" h="342918">
                  <a:moveTo>
                    <a:pt x="0" y="326589"/>
                  </a:moveTo>
                  <a:cubicBezTo>
                    <a:pt x="404132" y="308900"/>
                    <a:pt x="742950" y="-2703"/>
                    <a:pt x="1110343" y="18"/>
                  </a:cubicBezTo>
                  <a:cubicBezTo>
                    <a:pt x="1477736" y="2739"/>
                    <a:pt x="1726746" y="319785"/>
                    <a:pt x="2204357" y="342918"/>
                  </a:cubicBezTo>
                </a:path>
              </a:pathLst>
            </a:custGeom>
            <a:noFill/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80060F18-CEE5-B943-BD38-EAFF0A378B0E}"/>
                </a:ext>
              </a:extLst>
            </p:cNvPr>
            <p:cNvSpPr/>
            <p:nvPr/>
          </p:nvSpPr>
          <p:spPr>
            <a:xfrm flipV="1">
              <a:off x="6160555" y="3211915"/>
              <a:ext cx="2204357" cy="151239"/>
            </a:xfrm>
            <a:custGeom>
              <a:avLst/>
              <a:gdLst>
                <a:gd name="connsiteX0" fmla="*/ 0 w 2204357"/>
                <a:gd name="connsiteY0" fmla="*/ 653159 h 669488"/>
                <a:gd name="connsiteX1" fmla="*/ 1110343 w 2204357"/>
                <a:gd name="connsiteY1" fmla="*/ 16 h 669488"/>
                <a:gd name="connsiteX2" fmla="*/ 2204357 w 2204357"/>
                <a:gd name="connsiteY2" fmla="*/ 669488 h 669488"/>
                <a:gd name="connsiteX0" fmla="*/ 0 w 2204357"/>
                <a:gd name="connsiteY0" fmla="*/ 653152 h 669481"/>
                <a:gd name="connsiteX1" fmla="*/ 1110343 w 2204357"/>
                <a:gd name="connsiteY1" fmla="*/ 9 h 669481"/>
                <a:gd name="connsiteX2" fmla="*/ 2204357 w 2204357"/>
                <a:gd name="connsiteY2" fmla="*/ 669481 h 669481"/>
                <a:gd name="connsiteX0" fmla="*/ 0 w 2204357"/>
                <a:gd name="connsiteY0" fmla="*/ 653152 h 669481"/>
                <a:gd name="connsiteX1" fmla="*/ 1110343 w 2204357"/>
                <a:gd name="connsiteY1" fmla="*/ 9 h 669481"/>
                <a:gd name="connsiteX2" fmla="*/ 2204357 w 2204357"/>
                <a:gd name="connsiteY2" fmla="*/ 669481 h 669481"/>
                <a:gd name="connsiteX0" fmla="*/ 0 w 2204357"/>
                <a:gd name="connsiteY0" fmla="*/ 326589 h 342918"/>
                <a:gd name="connsiteX1" fmla="*/ 1110343 w 2204357"/>
                <a:gd name="connsiteY1" fmla="*/ 18 h 342918"/>
                <a:gd name="connsiteX2" fmla="*/ 2204357 w 2204357"/>
                <a:gd name="connsiteY2" fmla="*/ 342918 h 342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04357" h="342918">
                  <a:moveTo>
                    <a:pt x="0" y="326589"/>
                  </a:moveTo>
                  <a:cubicBezTo>
                    <a:pt x="404132" y="308900"/>
                    <a:pt x="742950" y="-2703"/>
                    <a:pt x="1110343" y="18"/>
                  </a:cubicBezTo>
                  <a:cubicBezTo>
                    <a:pt x="1477736" y="2739"/>
                    <a:pt x="1726746" y="319785"/>
                    <a:pt x="2204357" y="342918"/>
                  </a:cubicBezTo>
                </a:path>
              </a:pathLst>
            </a:custGeom>
            <a:noFill/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9F73AE6E-48EE-564D-B5F6-EFA838A646A6}"/>
                </a:ext>
              </a:extLst>
            </p:cNvPr>
            <p:cNvSpPr/>
            <p:nvPr/>
          </p:nvSpPr>
          <p:spPr>
            <a:xfrm flipV="1">
              <a:off x="6164746" y="3333191"/>
              <a:ext cx="2204357" cy="216000"/>
            </a:xfrm>
            <a:custGeom>
              <a:avLst/>
              <a:gdLst>
                <a:gd name="connsiteX0" fmla="*/ 0 w 2204357"/>
                <a:gd name="connsiteY0" fmla="*/ 653159 h 669488"/>
                <a:gd name="connsiteX1" fmla="*/ 1110343 w 2204357"/>
                <a:gd name="connsiteY1" fmla="*/ 16 h 669488"/>
                <a:gd name="connsiteX2" fmla="*/ 2204357 w 2204357"/>
                <a:gd name="connsiteY2" fmla="*/ 669488 h 669488"/>
                <a:gd name="connsiteX0" fmla="*/ 0 w 2204357"/>
                <a:gd name="connsiteY0" fmla="*/ 653152 h 669481"/>
                <a:gd name="connsiteX1" fmla="*/ 1110343 w 2204357"/>
                <a:gd name="connsiteY1" fmla="*/ 9 h 669481"/>
                <a:gd name="connsiteX2" fmla="*/ 2204357 w 2204357"/>
                <a:gd name="connsiteY2" fmla="*/ 669481 h 669481"/>
                <a:gd name="connsiteX0" fmla="*/ 0 w 2204357"/>
                <a:gd name="connsiteY0" fmla="*/ 653152 h 669481"/>
                <a:gd name="connsiteX1" fmla="*/ 1110343 w 2204357"/>
                <a:gd name="connsiteY1" fmla="*/ 9 h 669481"/>
                <a:gd name="connsiteX2" fmla="*/ 2204357 w 2204357"/>
                <a:gd name="connsiteY2" fmla="*/ 669481 h 669481"/>
                <a:gd name="connsiteX0" fmla="*/ 0 w 2204357"/>
                <a:gd name="connsiteY0" fmla="*/ 326589 h 342918"/>
                <a:gd name="connsiteX1" fmla="*/ 1110343 w 2204357"/>
                <a:gd name="connsiteY1" fmla="*/ 18 h 342918"/>
                <a:gd name="connsiteX2" fmla="*/ 2204357 w 2204357"/>
                <a:gd name="connsiteY2" fmla="*/ 342918 h 342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04357" h="342918">
                  <a:moveTo>
                    <a:pt x="0" y="326589"/>
                  </a:moveTo>
                  <a:cubicBezTo>
                    <a:pt x="404132" y="308900"/>
                    <a:pt x="742950" y="-2703"/>
                    <a:pt x="1110343" y="18"/>
                  </a:cubicBezTo>
                  <a:cubicBezTo>
                    <a:pt x="1477736" y="2739"/>
                    <a:pt x="1726746" y="319785"/>
                    <a:pt x="2204357" y="342918"/>
                  </a:cubicBezTo>
                </a:path>
              </a:pathLst>
            </a:custGeom>
            <a:noFill/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A8155E6-1EC8-3A4C-B279-006BEF702D53}"/>
                </a:ext>
              </a:extLst>
            </p:cNvPr>
            <p:cNvCxnSpPr/>
            <p:nvPr/>
          </p:nvCxnSpPr>
          <p:spPr>
            <a:xfrm>
              <a:off x="6160555" y="2960914"/>
              <a:ext cx="2203200" cy="0"/>
            </a:xfrm>
            <a:prstGeom prst="line">
              <a:avLst/>
            </a:prstGeom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0" name="Right Arrow 69">
            <a:extLst>
              <a:ext uri="{FF2B5EF4-FFF2-40B4-BE49-F238E27FC236}">
                <a16:creationId xmlns:a16="http://schemas.microsoft.com/office/drawing/2014/main" id="{320490B1-6A74-D74D-8000-53858DC4B91C}"/>
              </a:ext>
            </a:extLst>
          </p:cNvPr>
          <p:cNvSpPr/>
          <p:nvPr/>
        </p:nvSpPr>
        <p:spPr>
          <a:xfrm flipH="1">
            <a:off x="5932824" y="5455381"/>
            <a:ext cx="392546" cy="209082"/>
          </a:xfrm>
          <a:prstGeom prst="rightArrow">
            <a:avLst>
              <a:gd name="adj1" fmla="val 20811"/>
              <a:gd name="adj2" fmla="val 79189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C362F19F-C953-C848-B261-25DCB2EB9E6B}"/>
              </a:ext>
            </a:extLst>
          </p:cNvPr>
          <p:cNvGrpSpPr/>
          <p:nvPr/>
        </p:nvGrpSpPr>
        <p:grpSpPr>
          <a:xfrm>
            <a:off x="7991347" y="5262022"/>
            <a:ext cx="1610015" cy="567945"/>
            <a:chOff x="7221717" y="4964842"/>
            <a:chExt cx="1610015" cy="567945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8513208-7186-6C42-A0BF-9F98DEABFD61}"/>
                </a:ext>
              </a:extLst>
            </p:cNvPr>
            <p:cNvSpPr/>
            <p:nvPr/>
          </p:nvSpPr>
          <p:spPr>
            <a:xfrm>
              <a:off x="7740803" y="4964842"/>
              <a:ext cx="567944" cy="56794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A22A8F3B-0EC3-364C-937C-F7BA9BC371CF}"/>
                </a:ext>
              </a:extLst>
            </p:cNvPr>
            <p:cNvGrpSpPr/>
            <p:nvPr/>
          </p:nvGrpSpPr>
          <p:grpSpPr>
            <a:xfrm>
              <a:off x="7221717" y="4985780"/>
              <a:ext cx="1610015" cy="539994"/>
              <a:chOff x="6159398" y="2592063"/>
              <a:chExt cx="2209705" cy="741128"/>
            </a:xfrm>
          </p:grpSpPr>
          <p:sp>
            <p:nvSpPr>
              <p:cNvPr id="36" name="Freeform 35">
                <a:extLst>
                  <a:ext uri="{FF2B5EF4-FFF2-40B4-BE49-F238E27FC236}">
                    <a16:creationId xmlns:a16="http://schemas.microsoft.com/office/drawing/2014/main" id="{5E25F9AD-0735-2141-86C8-14647719D5E9}"/>
                  </a:ext>
                </a:extLst>
              </p:cNvPr>
              <p:cNvSpPr/>
              <p:nvPr/>
            </p:nvSpPr>
            <p:spPr>
              <a:xfrm flipV="1">
                <a:off x="6159398" y="2592063"/>
                <a:ext cx="2204357" cy="122400"/>
              </a:xfrm>
              <a:custGeom>
                <a:avLst/>
                <a:gdLst>
                  <a:gd name="connsiteX0" fmla="*/ 0 w 2204357"/>
                  <a:gd name="connsiteY0" fmla="*/ 653159 h 669488"/>
                  <a:gd name="connsiteX1" fmla="*/ 1110343 w 2204357"/>
                  <a:gd name="connsiteY1" fmla="*/ 16 h 669488"/>
                  <a:gd name="connsiteX2" fmla="*/ 2204357 w 2204357"/>
                  <a:gd name="connsiteY2" fmla="*/ 669488 h 669488"/>
                  <a:gd name="connsiteX0" fmla="*/ 0 w 2204357"/>
                  <a:gd name="connsiteY0" fmla="*/ 653152 h 669481"/>
                  <a:gd name="connsiteX1" fmla="*/ 1110343 w 2204357"/>
                  <a:gd name="connsiteY1" fmla="*/ 9 h 669481"/>
                  <a:gd name="connsiteX2" fmla="*/ 2204357 w 2204357"/>
                  <a:gd name="connsiteY2" fmla="*/ 669481 h 669481"/>
                  <a:gd name="connsiteX0" fmla="*/ 0 w 2204357"/>
                  <a:gd name="connsiteY0" fmla="*/ 653152 h 669481"/>
                  <a:gd name="connsiteX1" fmla="*/ 1110343 w 2204357"/>
                  <a:gd name="connsiteY1" fmla="*/ 9 h 669481"/>
                  <a:gd name="connsiteX2" fmla="*/ 2204357 w 2204357"/>
                  <a:gd name="connsiteY2" fmla="*/ 669481 h 669481"/>
                  <a:gd name="connsiteX0" fmla="*/ 0 w 2204357"/>
                  <a:gd name="connsiteY0" fmla="*/ 326589 h 342918"/>
                  <a:gd name="connsiteX1" fmla="*/ 1110343 w 2204357"/>
                  <a:gd name="connsiteY1" fmla="*/ 18 h 342918"/>
                  <a:gd name="connsiteX2" fmla="*/ 2204357 w 2204357"/>
                  <a:gd name="connsiteY2" fmla="*/ 342918 h 3429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04357" h="342918">
                    <a:moveTo>
                      <a:pt x="0" y="326589"/>
                    </a:moveTo>
                    <a:cubicBezTo>
                      <a:pt x="404132" y="308900"/>
                      <a:pt x="742950" y="-2703"/>
                      <a:pt x="1110343" y="18"/>
                    </a:cubicBezTo>
                    <a:cubicBezTo>
                      <a:pt x="1477736" y="2739"/>
                      <a:pt x="1726746" y="319785"/>
                      <a:pt x="2204357" y="342918"/>
                    </a:cubicBezTo>
                  </a:path>
                </a:pathLst>
              </a:custGeom>
              <a:noFill/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Freeform 36">
                <a:extLst>
                  <a:ext uri="{FF2B5EF4-FFF2-40B4-BE49-F238E27FC236}">
                    <a16:creationId xmlns:a16="http://schemas.microsoft.com/office/drawing/2014/main" id="{9C8BABC1-DA6F-E64D-BE7B-94053C143E14}"/>
                  </a:ext>
                </a:extLst>
              </p:cNvPr>
              <p:cNvSpPr/>
              <p:nvPr/>
            </p:nvSpPr>
            <p:spPr>
              <a:xfrm flipV="1">
                <a:off x="6159398" y="2713235"/>
                <a:ext cx="2204357" cy="100800"/>
              </a:xfrm>
              <a:custGeom>
                <a:avLst/>
                <a:gdLst>
                  <a:gd name="connsiteX0" fmla="*/ 0 w 2204357"/>
                  <a:gd name="connsiteY0" fmla="*/ 653159 h 669488"/>
                  <a:gd name="connsiteX1" fmla="*/ 1110343 w 2204357"/>
                  <a:gd name="connsiteY1" fmla="*/ 16 h 669488"/>
                  <a:gd name="connsiteX2" fmla="*/ 2204357 w 2204357"/>
                  <a:gd name="connsiteY2" fmla="*/ 669488 h 669488"/>
                  <a:gd name="connsiteX0" fmla="*/ 0 w 2204357"/>
                  <a:gd name="connsiteY0" fmla="*/ 653152 h 669481"/>
                  <a:gd name="connsiteX1" fmla="*/ 1110343 w 2204357"/>
                  <a:gd name="connsiteY1" fmla="*/ 9 h 669481"/>
                  <a:gd name="connsiteX2" fmla="*/ 2204357 w 2204357"/>
                  <a:gd name="connsiteY2" fmla="*/ 669481 h 669481"/>
                  <a:gd name="connsiteX0" fmla="*/ 0 w 2204357"/>
                  <a:gd name="connsiteY0" fmla="*/ 653152 h 669481"/>
                  <a:gd name="connsiteX1" fmla="*/ 1110343 w 2204357"/>
                  <a:gd name="connsiteY1" fmla="*/ 9 h 669481"/>
                  <a:gd name="connsiteX2" fmla="*/ 2204357 w 2204357"/>
                  <a:gd name="connsiteY2" fmla="*/ 669481 h 669481"/>
                  <a:gd name="connsiteX0" fmla="*/ 0 w 2204357"/>
                  <a:gd name="connsiteY0" fmla="*/ 326589 h 342918"/>
                  <a:gd name="connsiteX1" fmla="*/ 1110343 w 2204357"/>
                  <a:gd name="connsiteY1" fmla="*/ 18 h 342918"/>
                  <a:gd name="connsiteX2" fmla="*/ 2204357 w 2204357"/>
                  <a:gd name="connsiteY2" fmla="*/ 342918 h 3429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04357" h="342918">
                    <a:moveTo>
                      <a:pt x="0" y="326589"/>
                    </a:moveTo>
                    <a:cubicBezTo>
                      <a:pt x="404132" y="308900"/>
                      <a:pt x="742950" y="-2703"/>
                      <a:pt x="1110343" y="18"/>
                    </a:cubicBezTo>
                    <a:cubicBezTo>
                      <a:pt x="1477736" y="2739"/>
                      <a:pt x="1726746" y="319785"/>
                      <a:pt x="2204357" y="342918"/>
                    </a:cubicBezTo>
                  </a:path>
                </a:pathLst>
              </a:custGeom>
              <a:noFill/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Freeform 37">
                <a:extLst>
                  <a:ext uri="{FF2B5EF4-FFF2-40B4-BE49-F238E27FC236}">
                    <a16:creationId xmlns:a16="http://schemas.microsoft.com/office/drawing/2014/main" id="{A64A0D52-7013-C44B-962B-190B7ED9FB52}"/>
                  </a:ext>
                </a:extLst>
              </p:cNvPr>
              <p:cNvSpPr/>
              <p:nvPr/>
            </p:nvSpPr>
            <p:spPr>
              <a:xfrm flipV="1">
                <a:off x="6160555" y="2843800"/>
                <a:ext cx="2203200" cy="50400"/>
              </a:xfrm>
              <a:custGeom>
                <a:avLst/>
                <a:gdLst>
                  <a:gd name="connsiteX0" fmla="*/ 0 w 2204357"/>
                  <a:gd name="connsiteY0" fmla="*/ 653159 h 669488"/>
                  <a:gd name="connsiteX1" fmla="*/ 1110343 w 2204357"/>
                  <a:gd name="connsiteY1" fmla="*/ 16 h 669488"/>
                  <a:gd name="connsiteX2" fmla="*/ 2204357 w 2204357"/>
                  <a:gd name="connsiteY2" fmla="*/ 669488 h 669488"/>
                  <a:gd name="connsiteX0" fmla="*/ 0 w 2204357"/>
                  <a:gd name="connsiteY0" fmla="*/ 653152 h 669481"/>
                  <a:gd name="connsiteX1" fmla="*/ 1110343 w 2204357"/>
                  <a:gd name="connsiteY1" fmla="*/ 9 h 669481"/>
                  <a:gd name="connsiteX2" fmla="*/ 2204357 w 2204357"/>
                  <a:gd name="connsiteY2" fmla="*/ 669481 h 669481"/>
                  <a:gd name="connsiteX0" fmla="*/ 0 w 2204357"/>
                  <a:gd name="connsiteY0" fmla="*/ 653152 h 669481"/>
                  <a:gd name="connsiteX1" fmla="*/ 1110343 w 2204357"/>
                  <a:gd name="connsiteY1" fmla="*/ 9 h 669481"/>
                  <a:gd name="connsiteX2" fmla="*/ 2204357 w 2204357"/>
                  <a:gd name="connsiteY2" fmla="*/ 669481 h 669481"/>
                  <a:gd name="connsiteX0" fmla="*/ 0 w 2204357"/>
                  <a:gd name="connsiteY0" fmla="*/ 326589 h 342918"/>
                  <a:gd name="connsiteX1" fmla="*/ 1110343 w 2204357"/>
                  <a:gd name="connsiteY1" fmla="*/ 18 h 342918"/>
                  <a:gd name="connsiteX2" fmla="*/ 2204357 w 2204357"/>
                  <a:gd name="connsiteY2" fmla="*/ 342918 h 3429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04357" h="342918">
                    <a:moveTo>
                      <a:pt x="0" y="326589"/>
                    </a:moveTo>
                    <a:cubicBezTo>
                      <a:pt x="404132" y="308900"/>
                      <a:pt x="742950" y="-2703"/>
                      <a:pt x="1110343" y="18"/>
                    </a:cubicBezTo>
                    <a:cubicBezTo>
                      <a:pt x="1477736" y="2739"/>
                      <a:pt x="1726746" y="319785"/>
                      <a:pt x="2204357" y="342918"/>
                    </a:cubicBezTo>
                  </a:path>
                </a:pathLst>
              </a:custGeom>
              <a:noFill/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Freeform 38">
                <a:extLst>
                  <a:ext uri="{FF2B5EF4-FFF2-40B4-BE49-F238E27FC236}">
                    <a16:creationId xmlns:a16="http://schemas.microsoft.com/office/drawing/2014/main" id="{66D94EF6-9E7F-D44E-A1AA-70AB61CD7ABD}"/>
                  </a:ext>
                </a:extLst>
              </p:cNvPr>
              <p:cNvSpPr/>
              <p:nvPr/>
            </p:nvSpPr>
            <p:spPr>
              <a:xfrm>
                <a:off x="6160555" y="3032309"/>
                <a:ext cx="2204357" cy="50748"/>
              </a:xfrm>
              <a:custGeom>
                <a:avLst/>
                <a:gdLst>
                  <a:gd name="connsiteX0" fmla="*/ 0 w 2204357"/>
                  <a:gd name="connsiteY0" fmla="*/ 653159 h 669488"/>
                  <a:gd name="connsiteX1" fmla="*/ 1110343 w 2204357"/>
                  <a:gd name="connsiteY1" fmla="*/ 16 h 669488"/>
                  <a:gd name="connsiteX2" fmla="*/ 2204357 w 2204357"/>
                  <a:gd name="connsiteY2" fmla="*/ 669488 h 669488"/>
                  <a:gd name="connsiteX0" fmla="*/ 0 w 2204357"/>
                  <a:gd name="connsiteY0" fmla="*/ 653152 h 669481"/>
                  <a:gd name="connsiteX1" fmla="*/ 1110343 w 2204357"/>
                  <a:gd name="connsiteY1" fmla="*/ 9 h 669481"/>
                  <a:gd name="connsiteX2" fmla="*/ 2204357 w 2204357"/>
                  <a:gd name="connsiteY2" fmla="*/ 669481 h 669481"/>
                  <a:gd name="connsiteX0" fmla="*/ 0 w 2204357"/>
                  <a:gd name="connsiteY0" fmla="*/ 653152 h 669481"/>
                  <a:gd name="connsiteX1" fmla="*/ 1110343 w 2204357"/>
                  <a:gd name="connsiteY1" fmla="*/ 9 h 669481"/>
                  <a:gd name="connsiteX2" fmla="*/ 2204357 w 2204357"/>
                  <a:gd name="connsiteY2" fmla="*/ 669481 h 669481"/>
                  <a:gd name="connsiteX0" fmla="*/ 0 w 2204357"/>
                  <a:gd name="connsiteY0" fmla="*/ 326589 h 342918"/>
                  <a:gd name="connsiteX1" fmla="*/ 1110343 w 2204357"/>
                  <a:gd name="connsiteY1" fmla="*/ 18 h 342918"/>
                  <a:gd name="connsiteX2" fmla="*/ 2204357 w 2204357"/>
                  <a:gd name="connsiteY2" fmla="*/ 342918 h 3429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04357" h="342918">
                    <a:moveTo>
                      <a:pt x="0" y="326589"/>
                    </a:moveTo>
                    <a:cubicBezTo>
                      <a:pt x="404132" y="308900"/>
                      <a:pt x="742950" y="-2703"/>
                      <a:pt x="1110343" y="18"/>
                    </a:cubicBezTo>
                    <a:cubicBezTo>
                      <a:pt x="1477736" y="2739"/>
                      <a:pt x="1726746" y="319785"/>
                      <a:pt x="2204357" y="342918"/>
                    </a:cubicBezTo>
                  </a:path>
                </a:pathLst>
              </a:custGeom>
              <a:noFill/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03EE000A-6CF6-CA43-AB9C-E5AD746D0D86}"/>
                  </a:ext>
                </a:extLst>
              </p:cNvPr>
              <p:cNvSpPr/>
              <p:nvPr/>
            </p:nvSpPr>
            <p:spPr>
              <a:xfrm>
                <a:off x="6160555" y="3111417"/>
                <a:ext cx="2204357" cy="100498"/>
              </a:xfrm>
              <a:custGeom>
                <a:avLst/>
                <a:gdLst>
                  <a:gd name="connsiteX0" fmla="*/ 0 w 2204357"/>
                  <a:gd name="connsiteY0" fmla="*/ 653159 h 669488"/>
                  <a:gd name="connsiteX1" fmla="*/ 1110343 w 2204357"/>
                  <a:gd name="connsiteY1" fmla="*/ 16 h 669488"/>
                  <a:gd name="connsiteX2" fmla="*/ 2204357 w 2204357"/>
                  <a:gd name="connsiteY2" fmla="*/ 669488 h 669488"/>
                  <a:gd name="connsiteX0" fmla="*/ 0 w 2204357"/>
                  <a:gd name="connsiteY0" fmla="*/ 653152 h 669481"/>
                  <a:gd name="connsiteX1" fmla="*/ 1110343 w 2204357"/>
                  <a:gd name="connsiteY1" fmla="*/ 9 h 669481"/>
                  <a:gd name="connsiteX2" fmla="*/ 2204357 w 2204357"/>
                  <a:gd name="connsiteY2" fmla="*/ 669481 h 669481"/>
                  <a:gd name="connsiteX0" fmla="*/ 0 w 2204357"/>
                  <a:gd name="connsiteY0" fmla="*/ 653152 h 669481"/>
                  <a:gd name="connsiteX1" fmla="*/ 1110343 w 2204357"/>
                  <a:gd name="connsiteY1" fmla="*/ 9 h 669481"/>
                  <a:gd name="connsiteX2" fmla="*/ 2204357 w 2204357"/>
                  <a:gd name="connsiteY2" fmla="*/ 669481 h 669481"/>
                  <a:gd name="connsiteX0" fmla="*/ 0 w 2204357"/>
                  <a:gd name="connsiteY0" fmla="*/ 326589 h 342918"/>
                  <a:gd name="connsiteX1" fmla="*/ 1110343 w 2204357"/>
                  <a:gd name="connsiteY1" fmla="*/ 18 h 342918"/>
                  <a:gd name="connsiteX2" fmla="*/ 2204357 w 2204357"/>
                  <a:gd name="connsiteY2" fmla="*/ 342918 h 3429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04357" h="342918">
                    <a:moveTo>
                      <a:pt x="0" y="326589"/>
                    </a:moveTo>
                    <a:cubicBezTo>
                      <a:pt x="404132" y="308900"/>
                      <a:pt x="742950" y="-2703"/>
                      <a:pt x="1110343" y="18"/>
                    </a:cubicBezTo>
                    <a:cubicBezTo>
                      <a:pt x="1477736" y="2739"/>
                      <a:pt x="1726746" y="319785"/>
                      <a:pt x="2204357" y="342918"/>
                    </a:cubicBezTo>
                  </a:path>
                </a:pathLst>
              </a:custGeom>
              <a:noFill/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07279C54-5D43-1544-9816-D32F04BE7604}"/>
                  </a:ext>
                </a:extLst>
              </p:cNvPr>
              <p:cNvSpPr/>
              <p:nvPr/>
            </p:nvSpPr>
            <p:spPr>
              <a:xfrm>
                <a:off x="6164746" y="3211915"/>
                <a:ext cx="2204357" cy="121276"/>
              </a:xfrm>
              <a:custGeom>
                <a:avLst/>
                <a:gdLst>
                  <a:gd name="connsiteX0" fmla="*/ 0 w 2204357"/>
                  <a:gd name="connsiteY0" fmla="*/ 653159 h 669488"/>
                  <a:gd name="connsiteX1" fmla="*/ 1110343 w 2204357"/>
                  <a:gd name="connsiteY1" fmla="*/ 16 h 669488"/>
                  <a:gd name="connsiteX2" fmla="*/ 2204357 w 2204357"/>
                  <a:gd name="connsiteY2" fmla="*/ 669488 h 669488"/>
                  <a:gd name="connsiteX0" fmla="*/ 0 w 2204357"/>
                  <a:gd name="connsiteY0" fmla="*/ 653152 h 669481"/>
                  <a:gd name="connsiteX1" fmla="*/ 1110343 w 2204357"/>
                  <a:gd name="connsiteY1" fmla="*/ 9 h 669481"/>
                  <a:gd name="connsiteX2" fmla="*/ 2204357 w 2204357"/>
                  <a:gd name="connsiteY2" fmla="*/ 669481 h 669481"/>
                  <a:gd name="connsiteX0" fmla="*/ 0 w 2204357"/>
                  <a:gd name="connsiteY0" fmla="*/ 653152 h 669481"/>
                  <a:gd name="connsiteX1" fmla="*/ 1110343 w 2204357"/>
                  <a:gd name="connsiteY1" fmla="*/ 9 h 669481"/>
                  <a:gd name="connsiteX2" fmla="*/ 2204357 w 2204357"/>
                  <a:gd name="connsiteY2" fmla="*/ 669481 h 669481"/>
                  <a:gd name="connsiteX0" fmla="*/ 0 w 2204357"/>
                  <a:gd name="connsiteY0" fmla="*/ 326589 h 342918"/>
                  <a:gd name="connsiteX1" fmla="*/ 1110343 w 2204357"/>
                  <a:gd name="connsiteY1" fmla="*/ 18 h 342918"/>
                  <a:gd name="connsiteX2" fmla="*/ 2204357 w 2204357"/>
                  <a:gd name="connsiteY2" fmla="*/ 342918 h 3429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04357" h="342918">
                    <a:moveTo>
                      <a:pt x="0" y="326589"/>
                    </a:moveTo>
                    <a:cubicBezTo>
                      <a:pt x="404132" y="308900"/>
                      <a:pt x="742950" y="-2703"/>
                      <a:pt x="1110343" y="18"/>
                    </a:cubicBezTo>
                    <a:cubicBezTo>
                      <a:pt x="1477736" y="2739"/>
                      <a:pt x="1726746" y="319785"/>
                      <a:pt x="2204357" y="342918"/>
                    </a:cubicBezTo>
                  </a:path>
                </a:pathLst>
              </a:custGeom>
              <a:noFill/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00B4F26E-DD5B-C14D-AF18-23DABE476DC4}"/>
                  </a:ext>
                </a:extLst>
              </p:cNvPr>
              <p:cNvCxnSpPr/>
              <p:nvPr/>
            </p:nvCxnSpPr>
            <p:spPr>
              <a:xfrm>
                <a:off x="6160555" y="2960914"/>
                <a:ext cx="2203200" cy="0"/>
              </a:xfrm>
              <a:prstGeom prst="line">
                <a:avLst/>
              </a:prstGeom>
              <a:ln w="12700"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1" name="Right Arrow 70">
              <a:extLst>
                <a:ext uri="{FF2B5EF4-FFF2-40B4-BE49-F238E27FC236}">
                  <a16:creationId xmlns:a16="http://schemas.microsoft.com/office/drawing/2014/main" id="{8C2C5C39-7598-4243-9CF5-90A91982AE0B}"/>
                </a:ext>
              </a:extLst>
            </p:cNvPr>
            <p:cNvSpPr/>
            <p:nvPr/>
          </p:nvSpPr>
          <p:spPr>
            <a:xfrm>
              <a:off x="7828050" y="5144273"/>
              <a:ext cx="393450" cy="209082"/>
            </a:xfrm>
            <a:prstGeom prst="rightArrow">
              <a:avLst>
                <a:gd name="adj1" fmla="val 20811"/>
                <a:gd name="adj2" fmla="val 79189"/>
              </a:avLst>
            </a:prstGeom>
            <a:solidFill>
              <a:srgbClr val="3838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F0BFE203-F97B-E94F-941C-569DDB923A55}"/>
              </a:ext>
            </a:extLst>
          </p:cNvPr>
          <p:cNvSpPr txBox="1"/>
          <p:nvPr/>
        </p:nvSpPr>
        <p:spPr>
          <a:xfrm>
            <a:off x="5502533" y="3065961"/>
            <a:ext cx="12239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bg2"/>
                </a:solidFill>
              </a:rPr>
              <a:t>Diamagnetic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88CE72A-DDB4-1B4E-91A1-E72186FF0465}"/>
              </a:ext>
            </a:extLst>
          </p:cNvPr>
          <p:cNvSpPr txBox="1"/>
          <p:nvPr/>
        </p:nvSpPr>
        <p:spPr>
          <a:xfrm>
            <a:off x="7351795" y="3073656"/>
            <a:ext cx="276274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600" dirty="0">
                <a:solidFill>
                  <a:schemeClr val="bg2"/>
                </a:solidFill>
              </a:rPr>
              <a:t>Paramagnetic &amp; Ferromagnetic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1946742-6C34-8A46-AF20-DEF54103E9E5}"/>
              </a:ext>
            </a:extLst>
          </p:cNvPr>
          <p:cNvSpPr txBox="1"/>
          <p:nvPr/>
        </p:nvSpPr>
        <p:spPr>
          <a:xfrm>
            <a:off x="4185133" y="3704167"/>
            <a:ext cx="667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H = 0</a:t>
            </a:r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EA7297C4-5199-954D-9334-2E332F45250F}"/>
              </a:ext>
            </a:extLst>
          </p:cNvPr>
          <p:cNvGrpSpPr/>
          <p:nvPr/>
        </p:nvGrpSpPr>
        <p:grpSpPr>
          <a:xfrm>
            <a:off x="7576691" y="3435528"/>
            <a:ext cx="869321" cy="906610"/>
            <a:chOff x="7239801" y="4397718"/>
            <a:chExt cx="869321" cy="906610"/>
          </a:xfrm>
        </p:grpSpPr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60A96B98-A75B-874B-AC30-EDF9002ECD17}"/>
                </a:ext>
              </a:extLst>
            </p:cNvPr>
            <p:cNvGrpSpPr/>
            <p:nvPr/>
          </p:nvGrpSpPr>
          <p:grpSpPr>
            <a:xfrm rot="19787272">
              <a:off x="7239801" y="4597539"/>
              <a:ext cx="222181" cy="222181"/>
              <a:chOff x="10549283" y="3768394"/>
              <a:chExt cx="779489" cy="779489"/>
            </a:xfrm>
          </p:grpSpPr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E615FBC9-70A7-1348-8350-FEB38E0C66B3}"/>
                  </a:ext>
                </a:extLst>
              </p:cNvPr>
              <p:cNvSpPr/>
              <p:nvPr/>
            </p:nvSpPr>
            <p:spPr>
              <a:xfrm>
                <a:off x="10549283" y="3768394"/>
                <a:ext cx="779489" cy="779489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ight Arrow 78">
                <a:extLst>
                  <a:ext uri="{FF2B5EF4-FFF2-40B4-BE49-F238E27FC236}">
                    <a16:creationId xmlns:a16="http://schemas.microsoft.com/office/drawing/2014/main" id="{2AD10ED1-91AD-244F-8811-9351BA1CFB05}"/>
                  </a:ext>
                </a:extLst>
              </p:cNvPr>
              <p:cNvSpPr/>
              <p:nvPr/>
            </p:nvSpPr>
            <p:spPr>
              <a:xfrm>
                <a:off x="10669027" y="4014658"/>
                <a:ext cx="540000" cy="286960"/>
              </a:xfrm>
              <a:prstGeom prst="rightArrow">
                <a:avLst>
                  <a:gd name="adj1" fmla="val 20811"/>
                  <a:gd name="adj2" fmla="val 79189"/>
                </a:avLst>
              </a:prstGeom>
              <a:solidFill>
                <a:srgbClr val="3838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5DF43EA5-14A3-CA41-B197-C53562364F6E}"/>
                </a:ext>
              </a:extLst>
            </p:cNvPr>
            <p:cNvGrpSpPr/>
            <p:nvPr/>
          </p:nvGrpSpPr>
          <p:grpSpPr>
            <a:xfrm rot="3178424">
              <a:off x="7547289" y="4734768"/>
              <a:ext cx="222181" cy="222181"/>
              <a:chOff x="10549283" y="3768394"/>
              <a:chExt cx="779489" cy="779489"/>
            </a:xfrm>
          </p:grpSpPr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3B114FB6-45BE-6D41-852E-B178906561F0}"/>
                  </a:ext>
                </a:extLst>
              </p:cNvPr>
              <p:cNvSpPr/>
              <p:nvPr/>
            </p:nvSpPr>
            <p:spPr>
              <a:xfrm>
                <a:off x="10549283" y="3768394"/>
                <a:ext cx="779489" cy="779489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Right Arrow 82">
                <a:extLst>
                  <a:ext uri="{FF2B5EF4-FFF2-40B4-BE49-F238E27FC236}">
                    <a16:creationId xmlns:a16="http://schemas.microsoft.com/office/drawing/2014/main" id="{FB1C54F9-EB77-3244-81EA-4550B8359B9B}"/>
                  </a:ext>
                </a:extLst>
              </p:cNvPr>
              <p:cNvSpPr/>
              <p:nvPr/>
            </p:nvSpPr>
            <p:spPr>
              <a:xfrm>
                <a:off x="10669027" y="4014658"/>
                <a:ext cx="540000" cy="286960"/>
              </a:xfrm>
              <a:prstGeom prst="rightArrow">
                <a:avLst>
                  <a:gd name="adj1" fmla="val 20811"/>
                  <a:gd name="adj2" fmla="val 79189"/>
                </a:avLst>
              </a:prstGeom>
              <a:solidFill>
                <a:srgbClr val="3838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288DA389-D91D-084B-9F9D-79B8DE374BA0}"/>
                </a:ext>
              </a:extLst>
            </p:cNvPr>
            <p:cNvGrpSpPr/>
            <p:nvPr/>
          </p:nvGrpSpPr>
          <p:grpSpPr>
            <a:xfrm rot="13353536">
              <a:off x="7543604" y="4397718"/>
              <a:ext cx="222181" cy="222181"/>
              <a:chOff x="10549283" y="3768394"/>
              <a:chExt cx="779489" cy="779489"/>
            </a:xfrm>
          </p:grpSpPr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F231595F-0977-A94D-9849-03ED6E0F6D6E}"/>
                  </a:ext>
                </a:extLst>
              </p:cNvPr>
              <p:cNvSpPr/>
              <p:nvPr/>
            </p:nvSpPr>
            <p:spPr>
              <a:xfrm>
                <a:off x="10549283" y="3768394"/>
                <a:ext cx="779489" cy="779489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" name="Right Arrow 85">
                <a:extLst>
                  <a:ext uri="{FF2B5EF4-FFF2-40B4-BE49-F238E27FC236}">
                    <a16:creationId xmlns:a16="http://schemas.microsoft.com/office/drawing/2014/main" id="{51E1533E-1EFD-7B4E-811D-F40AA1CBAD9D}"/>
                  </a:ext>
                </a:extLst>
              </p:cNvPr>
              <p:cNvSpPr/>
              <p:nvPr/>
            </p:nvSpPr>
            <p:spPr>
              <a:xfrm>
                <a:off x="10669027" y="4014658"/>
                <a:ext cx="540000" cy="286960"/>
              </a:xfrm>
              <a:prstGeom prst="rightArrow">
                <a:avLst>
                  <a:gd name="adj1" fmla="val 20811"/>
                  <a:gd name="adj2" fmla="val 79189"/>
                </a:avLst>
              </a:prstGeom>
              <a:solidFill>
                <a:srgbClr val="3838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186F505C-8CEE-F643-9FFD-373120ED16D1}"/>
                </a:ext>
              </a:extLst>
            </p:cNvPr>
            <p:cNvGrpSpPr/>
            <p:nvPr/>
          </p:nvGrpSpPr>
          <p:grpSpPr>
            <a:xfrm rot="17124587">
              <a:off x="7852469" y="4510731"/>
              <a:ext cx="222181" cy="222181"/>
              <a:chOff x="10549283" y="3768394"/>
              <a:chExt cx="779489" cy="779489"/>
            </a:xfrm>
          </p:grpSpPr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28F1348B-F807-A241-8626-08BB6014876B}"/>
                  </a:ext>
                </a:extLst>
              </p:cNvPr>
              <p:cNvSpPr/>
              <p:nvPr/>
            </p:nvSpPr>
            <p:spPr>
              <a:xfrm>
                <a:off x="10549283" y="3768394"/>
                <a:ext cx="779489" cy="779489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Right Arrow 88">
                <a:extLst>
                  <a:ext uri="{FF2B5EF4-FFF2-40B4-BE49-F238E27FC236}">
                    <a16:creationId xmlns:a16="http://schemas.microsoft.com/office/drawing/2014/main" id="{CB2D4896-25C8-1241-BF53-A3D316A9F59E}"/>
                  </a:ext>
                </a:extLst>
              </p:cNvPr>
              <p:cNvSpPr/>
              <p:nvPr/>
            </p:nvSpPr>
            <p:spPr>
              <a:xfrm>
                <a:off x="10669027" y="4014658"/>
                <a:ext cx="540000" cy="286960"/>
              </a:xfrm>
              <a:prstGeom prst="rightArrow">
                <a:avLst>
                  <a:gd name="adj1" fmla="val 20811"/>
                  <a:gd name="adj2" fmla="val 79189"/>
                </a:avLst>
              </a:prstGeom>
              <a:solidFill>
                <a:srgbClr val="3838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B5BBB720-F4FF-7540-BD61-C6B7B4771C10}"/>
                </a:ext>
              </a:extLst>
            </p:cNvPr>
            <p:cNvGrpSpPr/>
            <p:nvPr/>
          </p:nvGrpSpPr>
          <p:grpSpPr>
            <a:xfrm rot="21286805">
              <a:off x="7886941" y="4828635"/>
              <a:ext cx="222181" cy="222181"/>
              <a:chOff x="10549283" y="3768394"/>
              <a:chExt cx="779489" cy="779489"/>
            </a:xfrm>
          </p:grpSpPr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555C5056-8E1F-8F48-B158-4B056E1A5BFE}"/>
                  </a:ext>
                </a:extLst>
              </p:cNvPr>
              <p:cNvSpPr/>
              <p:nvPr/>
            </p:nvSpPr>
            <p:spPr>
              <a:xfrm>
                <a:off x="10549283" y="3768394"/>
                <a:ext cx="779489" cy="779489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Right Arrow 91">
                <a:extLst>
                  <a:ext uri="{FF2B5EF4-FFF2-40B4-BE49-F238E27FC236}">
                    <a16:creationId xmlns:a16="http://schemas.microsoft.com/office/drawing/2014/main" id="{99951FC2-E2D1-F84D-A007-B0CE6168F4C9}"/>
                  </a:ext>
                </a:extLst>
              </p:cNvPr>
              <p:cNvSpPr/>
              <p:nvPr/>
            </p:nvSpPr>
            <p:spPr>
              <a:xfrm>
                <a:off x="10669027" y="4014658"/>
                <a:ext cx="540000" cy="286960"/>
              </a:xfrm>
              <a:prstGeom prst="rightArrow">
                <a:avLst>
                  <a:gd name="adj1" fmla="val 20811"/>
                  <a:gd name="adj2" fmla="val 79189"/>
                </a:avLst>
              </a:prstGeom>
              <a:solidFill>
                <a:srgbClr val="3838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421781A4-8CC2-7A4B-A0F1-03D429D4531B}"/>
                </a:ext>
              </a:extLst>
            </p:cNvPr>
            <p:cNvGrpSpPr/>
            <p:nvPr/>
          </p:nvGrpSpPr>
          <p:grpSpPr>
            <a:xfrm rot="8769774">
              <a:off x="7283681" y="4952218"/>
              <a:ext cx="222181" cy="222181"/>
              <a:chOff x="10549283" y="3768394"/>
              <a:chExt cx="779489" cy="779489"/>
            </a:xfrm>
          </p:grpSpPr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027AEEC2-2264-4F4E-9BF6-EDEB8D796727}"/>
                  </a:ext>
                </a:extLst>
              </p:cNvPr>
              <p:cNvSpPr/>
              <p:nvPr/>
            </p:nvSpPr>
            <p:spPr>
              <a:xfrm>
                <a:off x="10549283" y="3768394"/>
                <a:ext cx="779489" cy="779489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Right Arrow 94">
                <a:extLst>
                  <a:ext uri="{FF2B5EF4-FFF2-40B4-BE49-F238E27FC236}">
                    <a16:creationId xmlns:a16="http://schemas.microsoft.com/office/drawing/2014/main" id="{BE23AB14-7799-F34A-BDB1-BE0F55374A6F}"/>
                  </a:ext>
                </a:extLst>
              </p:cNvPr>
              <p:cNvSpPr/>
              <p:nvPr/>
            </p:nvSpPr>
            <p:spPr>
              <a:xfrm>
                <a:off x="10669027" y="4014658"/>
                <a:ext cx="540000" cy="286960"/>
              </a:xfrm>
              <a:prstGeom prst="rightArrow">
                <a:avLst>
                  <a:gd name="adj1" fmla="val 20811"/>
                  <a:gd name="adj2" fmla="val 79189"/>
                </a:avLst>
              </a:prstGeom>
              <a:solidFill>
                <a:srgbClr val="3838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81756659-FBB7-8443-B31D-FCF2B9618FF0}"/>
                </a:ext>
              </a:extLst>
            </p:cNvPr>
            <p:cNvGrpSpPr/>
            <p:nvPr/>
          </p:nvGrpSpPr>
          <p:grpSpPr>
            <a:xfrm rot="18159335">
              <a:off x="7612731" y="5082147"/>
              <a:ext cx="222181" cy="222181"/>
              <a:chOff x="10549283" y="3768394"/>
              <a:chExt cx="779489" cy="779489"/>
            </a:xfrm>
          </p:grpSpPr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64895E34-8FB5-6848-A5C4-D5D5A929CEEF}"/>
                  </a:ext>
                </a:extLst>
              </p:cNvPr>
              <p:cNvSpPr/>
              <p:nvPr/>
            </p:nvSpPr>
            <p:spPr>
              <a:xfrm>
                <a:off x="10549283" y="3768394"/>
                <a:ext cx="779489" cy="779489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Right Arrow 97">
                <a:extLst>
                  <a:ext uri="{FF2B5EF4-FFF2-40B4-BE49-F238E27FC236}">
                    <a16:creationId xmlns:a16="http://schemas.microsoft.com/office/drawing/2014/main" id="{7840D686-E710-6642-8C34-53D007B655FB}"/>
                  </a:ext>
                </a:extLst>
              </p:cNvPr>
              <p:cNvSpPr/>
              <p:nvPr/>
            </p:nvSpPr>
            <p:spPr>
              <a:xfrm>
                <a:off x="10669027" y="4014658"/>
                <a:ext cx="540000" cy="286960"/>
              </a:xfrm>
              <a:prstGeom prst="rightArrow">
                <a:avLst>
                  <a:gd name="adj1" fmla="val 20811"/>
                  <a:gd name="adj2" fmla="val 79189"/>
                </a:avLst>
              </a:prstGeom>
              <a:solidFill>
                <a:srgbClr val="3838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CCC19FDE-234B-9B4F-BDB2-28B3EB66288E}"/>
              </a:ext>
            </a:extLst>
          </p:cNvPr>
          <p:cNvGrpSpPr/>
          <p:nvPr/>
        </p:nvGrpSpPr>
        <p:grpSpPr>
          <a:xfrm>
            <a:off x="5664450" y="3435528"/>
            <a:ext cx="869321" cy="906610"/>
            <a:chOff x="7239801" y="4397718"/>
            <a:chExt cx="869321" cy="906610"/>
          </a:xfrm>
        </p:grpSpPr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EB35252E-EF8E-7B49-B9AF-F91F7C57FAD3}"/>
                </a:ext>
              </a:extLst>
            </p:cNvPr>
            <p:cNvSpPr/>
            <p:nvPr/>
          </p:nvSpPr>
          <p:spPr>
            <a:xfrm rot="19787272">
              <a:off x="7239801" y="4597539"/>
              <a:ext cx="222181" cy="222181"/>
            </a:xfrm>
            <a:prstGeom prst="ellipse">
              <a:avLst/>
            </a:prstGeom>
            <a:no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3816E784-CB9F-1B49-84AA-70486C3ACB49}"/>
                </a:ext>
              </a:extLst>
            </p:cNvPr>
            <p:cNvSpPr/>
            <p:nvPr/>
          </p:nvSpPr>
          <p:spPr>
            <a:xfrm rot="3178424">
              <a:off x="7547289" y="4734768"/>
              <a:ext cx="222181" cy="222181"/>
            </a:xfrm>
            <a:prstGeom prst="ellipse">
              <a:avLst/>
            </a:prstGeom>
            <a:no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6450A499-8FE0-4D44-A662-8790F6A0ACE4}"/>
                </a:ext>
              </a:extLst>
            </p:cNvPr>
            <p:cNvSpPr/>
            <p:nvPr/>
          </p:nvSpPr>
          <p:spPr>
            <a:xfrm rot="13353536">
              <a:off x="7543604" y="4397718"/>
              <a:ext cx="222181" cy="222181"/>
            </a:xfrm>
            <a:prstGeom prst="ellipse">
              <a:avLst/>
            </a:prstGeom>
            <a:no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6B6CA865-913F-954B-A015-DDDB8E349EA2}"/>
                </a:ext>
              </a:extLst>
            </p:cNvPr>
            <p:cNvSpPr/>
            <p:nvPr/>
          </p:nvSpPr>
          <p:spPr>
            <a:xfrm rot="17124587">
              <a:off x="7852469" y="4510731"/>
              <a:ext cx="222181" cy="222181"/>
            </a:xfrm>
            <a:prstGeom prst="ellipse">
              <a:avLst/>
            </a:prstGeom>
            <a:no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B0110675-C425-E24D-8226-9887C83D5FBB}"/>
                </a:ext>
              </a:extLst>
            </p:cNvPr>
            <p:cNvSpPr/>
            <p:nvPr/>
          </p:nvSpPr>
          <p:spPr>
            <a:xfrm rot="21286805">
              <a:off x="7886941" y="4828635"/>
              <a:ext cx="222181" cy="222181"/>
            </a:xfrm>
            <a:prstGeom prst="ellipse">
              <a:avLst/>
            </a:prstGeom>
            <a:no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C83E08DD-C0B0-B447-9C1D-0F0D4E9BBEC7}"/>
                </a:ext>
              </a:extLst>
            </p:cNvPr>
            <p:cNvSpPr/>
            <p:nvPr/>
          </p:nvSpPr>
          <p:spPr>
            <a:xfrm rot="8769774">
              <a:off x="7283681" y="4952218"/>
              <a:ext cx="222181" cy="222181"/>
            </a:xfrm>
            <a:prstGeom prst="ellipse">
              <a:avLst/>
            </a:prstGeom>
            <a:no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7ACAD8BC-DA41-4E4F-92C4-4ED0210E1FD9}"/>
                </a:ext>
              </a:extLst>
            </p:cNvPr>
            <p:cNvSpPr/>
            <p:nvPr/>
          </p:nvSpPr>
          <p:spPr>
            <a:xfrm rot="18159335">
              <a:off x="7612731" y="5082147"/>
              <a:ext cx="222181" cy="222181"/>
            </a:xfrm>
            <a:prstGeom prst="ellipse">
              <a:avLst/>
            </a:prstGeom>
            <a:no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914485B8-C23C-8A40-97FC-8184D955776A}"/>
              </a:ext>
            </a:extLst>
          </p:cNvPr>
          <p:cNvGrpSpPr/>
          <p:nvPr/>
        </p:nvGrpSpPr>
        <p:grpSpPr>
          <a:xfrm>
            <a:off x="8963910" y="3435528"/>
            <a:ext cx="869321" cy="906610"/>
            <a:chOff x="7239801" y="4397718"/>
            <a:chExt cx="869321" cy="906610"/>
          </a:xfrm>
        </p:grpSpPr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AB3C6476-1094-8045-B696-DC48D2427FD5}"/>
                </a:ext>
              </a:extLst>
            </p:cNvPr>
            <p:cNvGrpSpPr/>
            <p:nvPr/>
          </p:nvGrpSpPr>
          <p:grpSpPr>
            <a:xfrm rot="19787272">
              <a:off x="7239801" y="4597539"/>
              <a:ext cx="222181" cy="222181"/>
              <a:chOff x="10549283" y="3768394"/>
              <a:chExt cx="779489" cy="779489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08FE3F13-B4BB-6C4E-9483-F32494B64B84}"/>
                  </a:ext>
                </a:extLst>
              </p:cNvPr>
              <p:cNvSpPr/>
              <p:nvPr/>
            </p:nvSpPr>
            <p:spPr>
              <a:xfrm>
                <a:off x="10549283" y="3768394"/>
                <a:ext cx="779489" cy="779489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6" name="Right Arrow 165">
                <a:extLst>
                  <a:ext uri="{FF2B5EF4-FFF2-40B4-BE49-F238E27FC236}">
                    <a16:creationId xmlns:a16="http://schemas.microsoft.com/office/drawing/2014/main" id="{7E1146A6-308C-B845-9D9C-EBB04E12E097}"/>
                  </a:ext>
                </a:extLst>
              </p:cNvPr>
              <p:cNvSpPr/>
              <p:nvPr/>
            </p:nvSpPr>
            <p:spPr>
              <a:xfrm rot="13812728">
                <a:off x="10669027" y="4014658"/>
                <a:ext cx="539998" cy="286959"/>
              </a:xfrm>
              <a:prstGeom prst="rightArrow">
                <a:avLst>
                  <a:gd name="adj1" fmla="val 20811"/>
                  <a:gd name="adj2" fmla="val 79189"/>
                </a:avLst>
              </a:prstGeom>
              <a:solidFill>
                <a:srgbClr val="3838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7" name="Group 146">
              <a:extLst>
                <a:ext uri="{FF2B5EF4-FFF2-40B4-BE49-F238E27FC236}">
                  <a16:creationId xmlns:a16="http://schemas.microsoft.com/office/drawing/2014/main" id="{90AD2676-620A-5144-87AC-A2B3D45BA928}"/>
                </a:ext>
              </a:extLst>
            </p:cNvPr>
            <p:cNvGrpSpPr/>
            <p:nvPr/>
          </p:nvGrpSpPr>
          <p:grpSpPr>
            <a:xfrm rot="3178424">
              <a:off x="7547289" y="4734768"/>
              <a:ext cx="222181" cy="222181"/>
              <a:chOff x="10549283" y="3768394"/>
              <a:chExt cx="779489" cy="779489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30B557D6-9CBA-4240-95F0-E0647D714C16}"/>
                  </a:ext>
                </a:extLst>
              </p:cNvPr>
              <p:cNvSpPr/>
              <p:nvPr/>
            </p:nvSpPr>
            <p:spPr>
              <a:xfrm>
                <a:off x="10549283" y="3768394"/>
                <a:ext cx="779489" cy="779489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4" name="Right Arrow 163">
                <a:extLst>
                  <a:ext uri="{FF2B5EF4-FFF2-40B4-BE49-F238E27FC236}">
                    <a16:creationId xmlns:a16="http://schemas.microsoft.com/office/drawing/2014/main" id="{4C69A660-B596-9840-8D9E-01810CF98CFE}"/>
                  </a:ext>
                </a:extLst>
              </p:cNvPr>
              <p:cNvSpPr/>
              <p:nvPr/>
            </p:nvSpPr>
            <p:spPr>
              <a:xfrm rot="8821576">
                <a:off x="10669027" y="4014661"/>
                <a:ext cx="539998" cy="286959"/>
              </a:xfrm>
              <a:prstGeom prst="rightArrow">
                <a:avLst>
                  <a:gd name="adj1" fmla="val 20811"/>
                  <a:gd name="adj2" fmla="val 79189"/>
                </a:avLst>
              </a:prstGeom>
              <a:solidFill>
                <a:srgbClr val="3838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966DB91A-1DF1-FD45-B2F5-4F4643CFEE38}"/>
                </a:ext>
              </a:extLst>
            </p:cNvPr>
            <p:cNvGrpSpPr/>
            <p:nvPr/>
          </p:nvGrpSpPr>
          <p:grpSpPr>
            <a:xfrm rot="13353536">
              <a:off x="7543604" y="4397718"/>
              <a:ext cx="222181" cy="222181"/>
              <a:chOff x="10549283" y="3768394"/>
              <a:chExt cx="779489" cy="779489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DED7C36B-5DA9-004D-8F3A-D2B4D8776D04}"/>
                  </a:ext>
                </a:extLst>
              </p:cNvPr>
              <p:cNvSpPr/>
              <p:nvPr/>
            </p:nvSpPr>
            <p:spPr>
              <a:xfrm rot="8246464">
                <a:off x="10549283" y="3768394"/>
                <a:ext cx="779489" cy="779489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2" name="Right Arrow 161">
                <a:extLst>
                  <a:ext uri="{FF2B5EF4-FFF2-40B4-BE49-F238E27FC236}">
                    <a16:creationId xmlns:a16="http://schemas.microsoft.com/office/drawing/2014/main" id="{A658C603-9D96-5345-AC9B-245BA83FF7EE}"/>
                  </a:ext>
                </a:extLst>
              </p:cNvPr>
              <p:cNvSpPr/>
              <p:nvPr/>
            </p:nvSpPr>
            <p:spPr>
              <a:xfrm rot="20246464">
                <a:off x="10669030" y="4014658"/>
                <a:ext cx="539998" cy="286959"/>
              </a:xfrm>
              <a:prstGeom prst="rightArrow">
                <a:avLst>
                  <a:gd name="adj1" fmla="val 20811"/>
                  <a:gd name="adj2" fmla="val 79189"/>
                </a:avLst>
              </a:prstGeom>
              <a:solidFill>
                <a:srgbClr val="3838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5B33649B-AEEC-494B-892F-665CE40BCAF6}"/>
                </a:ext>
              </a:extLst>
            </p:cNvPr>
            <p:cNvGrpSpPr/>
            <p:nvPr/>
          </p:nvGrpSpPr>
          <p:grpSpPr>
            <a:xfrm rot="17124587">
              <a:off x="7852469" y="4510731"/>
              <a:ext cx="222181" cy="222181"/>
              <a:chOff x="10549283" y="3768394"/>
              <a:chExt cx="779489" cy="779489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8EBEF357-BA92-2B44-B339-576674AFD715}"/>
                  </a:ext>
                </a:extLst>
              </p:cNvPr>
              <p:cNvSpPr/>
              <p:nvPr/>
            </p:nvSpPr>
            <p:spPr>
              <a:xfrm>
                <a:off x="10549283" y="3768394"/>
                <a:ext cx="779489" cy="779489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Right Arrow 159">
                <a:extLst>
                  <a:ext uri="{FF2B5EF4-FFF2-40B4-BE49-F238E27FC236}">
                    <a16:creationId xmlns:a16="http://schemas.microsoft.com/office/drawing/2014/main" id="{B947C24A-FDDA-CD4C-98A0-AA8531059F6B}"/>
                  </a:ext>
                </a:extLst>
              </p:cNvPr>
              <p:cNvSpPr/>
              <p:nvPr/>
            </p:nvSpPr>
            <p:spPr>
              <a:xfrm rot="16475413">
                <a:off x="10669028" y="4014658"/>
                <a:ext cx="539998" cy="286959"/>
              </a:xfrm>
              <a:prstGeom prst="rightArrow">
                <a:avLst>
                  <a:gd name="adj1" fmla="val 20811"/>
                  <a:gd name="adj2" fmla="val 79189"/>
                </a:avLst>
              </a:prstGeom>
              <a:solidFill>
                <a:srgbClr val="3838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id="{CA700E46-584E-2A4A-B1CA-0C67D4782E1D}"/>
                </a:ext>
              </a:extLst>
            </p:cNvPr>
            <p:cNvGrpSpPr/>
            <p:nvPr/>
          </p:nvGrpSpPr>
          <p:grpSpPr>
            <a:xfrm rot="21286805">
              <a:off x="7886941" y="4828635"/>
              <a:ext cx="222181" cy="222181"/>
              <a:chOff x="10549283" y="3768394"/>
              <a:chExt cx="779489" cy="779489"/>
            </a:xfrm>
          </p:grpSpPr>
          <p:sp>
            <p:nvSpPr>
              <p:cNvPr id="157" name="Oval 156">
                <a:extLst>
                  <a:ext uri="{FF2B5EF4-FFF2-40B4-BE49-F238E27FC236}">
                    <a16:creationId xmlns:a16="http://schemas.microsoft.com/office/drawing/2014/main" id="{F16EB1D2-4F70-7D4B-A969-924589ED67E0}"/>
                  </a:ext>
                </a:extLst>
              </p:cNvPr>
              <p:cNvSpPr/>
              <p:nvPr/>
            </p:nvSpPr>
            <p:spPr>
              <a:xfrm>
                <a:off x="10549283" y="3768394"/>
                <a:ext cx="779489" cy="779489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8" name="Right Arrow 157">
                <a:extLst>
                  <a:ext uri="{FF2B5EF4-FFF2-40B4-BE49-F238E27FC236}">
                    <a16:creationId xmlns:a16="http://schemas.microsoft.com/office/drawing/2014/main" id="{CA96AF88-9DE4-764A-A5A4-9DD3A547B8E2}"/>
                  </a:ext>
                </a:extLst>
              </p:cNvPr>
              <p:cNvSpPr/>
              <p:nvPr/>
            </p:nvSpPr>
            <p:spPr>
              <a:xfrm rot="12313195">
                <a:off x="10669027" y="4014659"/>
                <a:ext cx="539998" cy="286959"/>
              </a:xfrm>
              <a:prstGeom prst="rightArrow">
                <a:avLst>
                  <a:gd name="adj1" fmla="val 20811"/>
                  <a:gd name="adj2" fmla="val 79189"/>
                </a:avLst>
              </a:prstGeom>
              <a:solidFill>
                <a:srgbClr val="3838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1" name="Group 150">
              <a:extLst>
                <a:ext uri="{FF2B5EF4-FFF2-40B4-BE49-F238E27FC236}">
                  <a16:creationId xmlns:a16="http://schemas.microsoft.com/office/drawing/2014/main" id="{D66FBE45-F014-EF40-9A11-41B33C69CAFA}"/>
                </a:ext>
              </a:extLst>
            </p:cNvPr>
            <p:cNvGrpSpPr/>
            <p:nvPr/>
          </p:nvGrpSpPr>
          <p:grpSpPr>
            <a:xfrm rot="8769774">
              <a:off x="7283681" y="4952218"/>
              <a:ext cx="222181" cy="222181"/>
              <a:chOff x="10549283" y="3768394"/>
              <a:chExt cx="779489" cy="779489"/>
            </a:xfrm>
          </p:grpSpPr>
          <p:sp>
            <p:nvSpPr>
              <p:cNvPr id="155" name="Oval 154">
                <a:extLst>
                  <a:ext uri="{FF2B5EF4-FFF2-40B4-BE49-F238E27FC236}">
                    <a16:creationId xmlns:a16="http://schemas.microsoft.com/office/drawing/2014/main" id="{E5C6F985-9DF3-6F4A-A0EC-72C32F3C1DE1}"/>
                  </a:ext>
                </a:extLst>
              </p:cNvPr>
              <p:cNvSpPr/>
              <p:nvPr/>
            </p:nvSpPr>
            <p:spPr>
              <a:xfrm>
                <a:off x="10549283" y="3768394"/>
                <a:ext cx="779489" cy="779489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6" name="Right Arrow 155">
                <a:extLst>
                  <a:ext uri="{FF2B5EF4-FFF2-40B4-BE49-F238E27FC236}">
                    <a16:creationId xmlns:a16="http://schemas.microsoft.com/office/drawing/2014/main" id="{22AE132F-6626-6E42-8B5D-59BC58575489}"/>
                  </a:ext>
                </a:extLst>
              </p:cNvPr>
              <p:cNvSpPr/>
              <p:nvPr/>
            </p:nvSpPr>
            <p:spPr>
              <a:xfrm rot="3230226">
                <a:off x="10669030" y="4014660"/>
                <a:ext cx="539998" cy="286959"/>
              </a:xfrm>
              <a:prstGeom prst="rightArrow">
                <a:avLst>
                  <a:gd name="adj1" fmla="val 20811"/>
                  <a:gd name="adj2" fmla="val 79189"/>
                </a:avLst>
              </a:prstGeom>
              <a:solidFill>
                <a:srgbClr val="3838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2" name="Group 151">
              <a:extLst>
                <a:ext uri="{FF2B5EF4-FFF2-40B4-BE49-F238E27FC236}">
                  <a16:creationId xmlns:a16="http://schemas.microsoft.com/office/drawing/2014/main" id="{436FECC4-F6D3-AF4A-8527-8E2469754ACD}"/>
                </a:ext>
              </a:extLst>
            </p:cNvPr>
            <p:cNvGrpSpPr/>
            <p:nvPr/>
          </p:nvGrpSpPr>
          <p:grpSpPr>
            <a:xfrm rot="18159335">
              <a:off x="7612731" y="5082147"/>
              <a:ext cx="222181" cy="222181"/>
              <a:chOff x="10549283" y="3768394"/>
              <a:chExt cx="779489" cy="779489"/>
            </a:xfrm>
          </p:grpSpPr>
          <p:sp>
            <p:nvSpPr>
              <p:cNvPr id="153" name="Oval 152">
                <a:extLst>
                  <a:ext uri="{FF2B5EF4-FFF2-40B4-BE49-F238E27FC236}">
                    <a16:creationId xmlns:a16="http://schemas.microsoft.com/office/drawing/2014/main" id="{5FD7A641-63D7-BA45-A113-C27D886D1B20}"/>
                  </a:ext>
                </a:extLst>
              </p:cNvPr>
              <p:cNvSpPr/>
              <p:nvPr/>
            </p:nvSpPr>
            <p:spPr>
              <a:xfrm>
                <a:off x="10549283" y="3768394"/>
                <a:ext cx="779489" cy="779489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" name="Right Arrow 153">
                <a:extLst>
                  <a:ext uri="{FF2B5EF4-FFF2-40B4-BE49-F238E27FC236}">
                    <a16:creationId xmlns:a16="http://schemas.microsoft.com/office/drawing/2014/main" id="{37F744D1-2B8A-3E42-9865-4455176E12AC}"/>
                  </a:ext>
                </a:extLst>
              </p:cNvPr>
              <p:cNvSpPr/>
              <p:nvPr/>
            </p:nvSpPr>
            <p:spPr>
              <a:xfrm rot="15440665">
                <a:off x="10669027" y="4014658"/>
                <a:ext cx="539998" cy="286959"/>
              </a:xfrm>
              <a:prstGeom prst="rightArrow">
                <a:avLst>
                  <a:gd name="adj1" fmla="val 20811"/>
                  <a:gd name="adj2" fmla="val 79189"/>
                </a:avLst>
              </a:prstGeom>
              <a:solidFill>
                <a:srgbClr val="3838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67" name="TextBox 166">
            <a:extLst>
              <a:ext uri="{FF2B5EF4-FFF2-40B4-BE49-F238E27FC236}">
                <a16:creationId xmlns:a16="http://schemas.microsoft.com/office/drawing/2014/main" id="{12ECF16F-A761-A543-9883-8F9B2632A54B}"/>
              </a:ext>
            </a:extLst>
          </p:cNvPr>
          <p:cNvSpPr txBox="1"/>
          <p:nvPr/>
        </p:nvSpPr>
        <p:spPr>
          <a:xfrm>
            <a:off x="4333411" y="5261489"/>
            <a:ext cx="370614" cy="483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500"/>
              </a:lnSpc>
            </a:pPr>
            <a:r>
              <a:rPr lang="en-US" dirty="0">
                <a:solidFill>
                  <a:schemeClr val="bg2"/>
                </a:solidFill>
              </a:rPr>
              <a:t>H</a:t>
            </a:r>
          </a:p>
          <a:p>
            <a:pPr algn="ctr">
              <a:lnSpc>
                <a:spcPts val="1500"/>
              </a:lnSpc>
            </a:pPr>
            <a:r>
              <a:rPr lang="en-US" sz="1600" dirty="0">
                <a:solidFill>
                  <a:schemeClr val="bg2"/>
                </a:solidFill>
              </a:rPr>
              <a:t>→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EA68E660-D345-7C41-9341-A9C1D2FB187A}"/>
              </a:ext>
            </a:extLst>
          </p:cNvPr>
          <p:cNvSpPr txBox="1"/>
          <p:nvPr/>
        </p:nvSpPr>
        <p:spPr>
          <a:xfrm>
            <a:off x="7289690" y="4480546"/>
            <a:ext cx="1542042" cy="613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000"/>
              </a:lnSpc>
            </a:pPr>
            <a:r>
              <a:rPr lang="en-US" sz="1200" dirty="0">
                <a:solidFill>
                  <a:schemeClr val="bg2"/>
                </a:solidFill>
              </a:rPr>
              <a:t>Unpaired e-</a:t>
            </a:r>
          </a:p>
          <a:p>
            <a:pPr algn="ctr">
              <a:lnSpc>
                <a:spcPts val="1000"/>
              </a:lnSpc>
            </a:pPr>
            <a:endParaRPr lang="en-US" sz="1200" dirty="0">
              <a:solidFill>
                <a:schemeClr val="bg2"/>
              </a:solidFill>
            </a:endParaRPr>
          </a:p>
          <a:p>
            <a:pPr algn="ctr">
              <a:lnSpc>
                <a:spcPts val="1000"/>
              </a:lnSpc>
            </a:pPr>
            <a:r>
              <a:rPr lang="en-US" sz="1200" dirty="0">
                <a:solidFill>
                  <a:schemeClr val="bg2"/>
                </a:solidFill>
              </a:rPr>
              <a:t>Attracted by External Magnetic Field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B237AEFC-9C75-3F42-95DE-A3F6284930C5}"/>
              </a:ext>
            </a:extLst>
          </p:cNvPr>
          <p:cNvSpPr txBox="1"/>
          <p:nvPr/>
        </p:nvSpPr>
        <p:spPr>
          <a:xfrm>
            <a:off x="8992779" y="4480546"/>
            <a:ext cx="911148" cy="3574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000"/>
              </a:lnSpc>
            </a:pPr>
            <a:r>
              <a:rPr lang="en-US" sz="1200" dirty="0">
                <a:solidFill>
                  <a:schemeClr val="bg2"/>
                </a:solidFill>
              </a:rPr>
              <a:t>Permanent </a:t>
            </a:r>
          </a:p>
          <a:p>
            <a:pPr algn="ctr">
              <a:lnSpc>
                <a:spcPts val="1000"/>
              </a:lnSpc>
            </a:pPr>
            <a:r>
              <a:rPr lang="en-US" sz="1200" dirty="0">
                <a:solidFill>
                  <a:schemeClr val="bg2"/>
                </a:solidFill>
              </a:rPr>
              <a:t>Alignment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CF32DA74-2353-C74C-859D-705D336851DD}"/>
              </a:ext>
            </a:extLst>
          </p:cNvPr>
          <p:cNvSpPr txBox="1"/>
          <p:nvPr/>
        </p:nvSpPr>
        <p:spPr>
          <a:xfrm>
            <a:off x="5339609" y="4737026"/>
            <a:ext cx="1542042" cy="357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000"/>
              </a:lnSpc>
            </a:pPr>
            <a:r>
              <a:rPr lang="en-US" sz="1200" dirty="0">
                <a:solidFill>
                  <a:schemeClr val="bg2"/>
                </a:solidFill>
              </a:rPr>
              <a:t>Repelled by External Magnetic Field</a:t>
            </a:r>
          </a:p>
        </p:txBody>
      </p: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EEA5FA66-25A2-8141-90FC-454E1435DACE}"/>
              </a:ext>
            </a:extLst>
          </p:cNvPr>
          <p:cNvGrpSpPr/>
          <p:nvPr/>
        </p:nvGrpSpPr>
        <p:grpSpPr>
          <a:xfrm>
            <a:off x="5545943" y="5483029"/>
            <a:ext cx="75600" cy="138776"/>
            <a:chOff x="6516168" y="922476"/>
            <a:chExt cx="75451" cy="138776"/>
          </a:xfrm>
        </p:grpSpPr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E13CE705-C312-A646-BD83-3FBD0B394A8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16168" y="922476"/>
              <a:ext cx="72000" cy="72000"/>
            </a:xfrm>
            <a:prstGeom prst="line">
              <a:avLst/>
            </a:prstGeom>
            <a:ln w="9525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7E31A784-661D-9845-964F-34F9A40B93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19619" y="991184"/>
              <a:ext cx="72000" cy="70068"/>
            </a:xfrm>
            <a:prstGeom prst="line">
              <a:avLst/>
            </a:prstGeom>
            <a:ln w="9525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C0F0B5C6-7E21-144C-8A76-1567199AEC1B}"/>
              </a:ext>
            </a:extLst>
          </p:cNvPr>
          <p:cNvGrpSpPr/>
          <p:nvPr/>
        </p:nvGrpSpPr>
        <p:grpSpPr>
          <a:xfrm>
            <a:off x="9376556" y="5483440"/>
            <a:ext cx="75600" cy="138776"/>
            <a:chOff x="6516168" y="922476"/>
            <a:chExt cx="75451" cy="138776"/>
          </a:xfrm>
        </p:grpSpPr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D2844DCB-87CE-944D-8D68-C7289398BFA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16168" y="922476"/>
              <a:ext cx="72000" cy="72000"/>
            </a:xfrm>
            <a:prstGeom prst="line">
              <a:avLst/>
            </a:prstGeom>
            <a:ln w="9525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A337C56D-BAA6-DA4C-9B54-22DF858F32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19619" y="991184"/>
              <a:ext cx="72000" cy="70068"/>
            </a:xfrm>
            <a:prstGeom prst="line">
              <a:avLst/>
            </a:prstGeom>
            <a:ln w="9525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1" name="TextBox 180">
            <a:extLst>
              <a:ext uri="{FF2B5EF4-FFF2-40B4-BE49-F238E27FC236}">
                <a16:creationId xmlns:a16="http://schemas.microsoft.com/office/drawing/2014/main" id="{800BF46B-7FDD-F541-B718-D058800D3B53}"/>
              </a:ext>
            </a:extLst>
          </p:cNvPr>
          <p:cNvSpPr txBox="1"/>
          <p:nvPr/>
        </p:nvSpPr>
        <p:spPr>
          <a:xfrm>
            <a:off x="5785658" y="5966344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solidFill>
                  <a:schemeClr val="bg2"/>
                </a:solidFill>
              </a:rPr>
              <a:t>χ &lt; 0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72DD90A5-44AE-7543-98AB-6F5784838DFF}"/>
              </a:ext>
            </a:extLst>
          </p:cNvPr>
          <p:cNvSpPr txBox="1"/>
          <p:nvPr/>
        </p:nvSpPr>
        <p:spPr>
          <a:xfrm>
            <a:off x="8484063" y="5966344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solidFill>
                  <a:schemeClr val="bg2"/>
                </a:solidFill>
              </a:rPr>
              <a:t>χ </a:t>
            </a:r>
            <a:r>
              <a:rPr lang="en-US" dirty="0">
                <a:solidFill>
                  <a:schemeClr val="bg2"/>
                </a:solidFill>
              </a:rPr>
              <a:t>&gt;</a:t>
            </a:r>
            <a:r>
              <a:rPr lang="el-GR" dirty="0">
                <a:solidFill>
                  <a:schemeClr val="bg2"/>
                </a:solidFill>
              </a:rPr>
              <a:t> 0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A6B85058-87A8-CA45-A04A-59C902D60A77}"/>
              </a:ext>
            </a:extLst>
          </p:cNvPr>
          <p:cNvSpPr txBox="1"/>
          <p:nvPr/>
        </p:nvSpPr>
        <p:spPr>
          <a:xfrm>
            <a:off x="5358076" y="6291162"/>
            <a:ext cx="1542042" cy="229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000"/>
              </a:lnSpc>
            </a:pPr>
            <a:r>
              <a:rPr lang="en-US" sz="1200" dirty="0">
                <a:solidFill>
                  <a:schemeClr val="bg2"/>
                </a:solidFill>
              </a:rPr>
              <a:t>field lines bulge out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4038F2A8-0925-1342-B51D-3F8461562D97}"/>
              </a:ext>
            </a:extLst>
          </p:cNvPr>
          <p:cNvSpPr txBox="1"/>
          <p:nvPr/>
        </p:nvSpPr>
        <p:spPr>
          <a:xfrm>
            <a:off x="8023383" y="6291162"/>
            <a:ext cx="1542042" cy="229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000"/>
              </a:lnSpc>
            </a:pPr>
            <a:r>
              <a:rPr lang="en-US" sz="1200" dirty="0">
                <a:solidFill>
                  <a:schemeClr val="bg2"/>
                </a:solidFill>
              </a:rPr>
              <a:t>pull field lines in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CEAB81AF-FAF5-B94A-9001-972C411F240F}"/>
              </a:ext>
            </a:extLst>
          </p:cNvPr>
          <p:cNvSpPr txBox="1"/>
          <p:nvPr/>
        </p:nvSpPr>
        <p:spPr>
          <a:xfrm>
            <a:off x="5339609" y="6479066"/>
            <a:ext cx="1542042" cy="229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000"/>
              </a:lnSpc>
            </a:pPr>
            <a:r>
              <a:rPr lang="en-US" sz="1200" dirty="0">
                <a:solidFill>
                  <a:schemeClr val="bg2"/>
                </a:solidFill>
              </a:rPr>
              <a:t>H₂O, C, Au, Ag, Cu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4C9032C3-9F0F-7340-B5EF-60B07AAC94BC}"/>
              </a:ext>
            </a:extLst>
          </p:cNvPr>
          <p:cNvSpPr txBox="1"/>
          <p:nvPr/>
        </p:nvSpPr>
        <p:spPr>
          <a:xfrm>
            <a:off x="8676909" y="6479066"/>
            <a:ext cx="1542042" cy="229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000"/>
              </a:lnSpc>
            </a:pPr>
            <a:r>
              <a:rPr lang="en-US" sz="1200" dirty="0">
                <a:solidFill>
                  <a:schemeClr val="bg2"/>
                </a:solidFill>
              </a:rPr>
              <a:t>Fe, Co, Ni, (</a:t>
            </a:r>
            <a:r>
              <a:rPr lang="en-US" sz="1200" dirty="0" err="1">
                <a:solidFill>
                  <a:schemeClr val="bg2"/>
                </a:solidFill>
              </a:rPr>
              <a:t>Gd</a:t>
            </a:r>
            <a:r>
              <a:rPr lang="en-US" sz="1200" dirty="0">
                <a:solidFill>
                  <a:schemeClr val="bg2"/>
                </a:solidFill>
              </a:rPr>
              <a:t>)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D0A293F0-6832-1248-973A-A3A1D35DEB22}"/>
              </a:ext>
            </a:extLst>
          </p:cNvPr>
          <p:cNvSpPr txBox="1"/>
          <p:nvPr/>
        </p:nvSpPr>
        <p:spPr>
          <a:xfrm>
            <a:off x="7343525" y="6479066"/>
            <a:ext cx="1542042" cy="229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000"/>
              </a:lnSpc>
            </a:pPr>
            <a:r>
              <a:rPr lang="en-US" sz="1200" dirty="0">
                <a:solidFill>
                  <a:schemeClr val="bg2"/>
                </a:solidFill>
              </a:rPr>
              <a:t>O₂, Al, </a:t>
            </a:r>
            <a:r>
              <a:rPr lang="en-US" sz="1200" dirty="0" err="1">
                <a:solidFill>
                  <a:schemeClr val="bg2"/>
                </a:solidFill>
              </a:rPr>
              <a:t>Ti</a:t>
            </a:r>
            <a:r>
              <a:rPr lang="en-US" sz="1200" dirty="0">
                <a:solidFill>
                  <a:schemeClr val="bg2"/>
                </a:solidFill>
              </a:rPr>
              <a:t>, Pt</a:t>
            </a:r>
          </a:p>
        </p:txBody>
      </p:sp>
    </p:spTree>
    <p:extLst>
      <p:ext uri="{BB962C8B-B14F-4D97-AF65-F5344CB8AC3E}">
        <p14:creationId xmlns:p14="http://schemas.microsoft.com/office/powerpoint/2010/main" val="24928708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4868</TotalTime>
  <Words>101</Words>
  <Application>Microsoft Macintosh PowerPoint</Application>
  <PresentationFormat>Widescreen</PresentationFormat>
  <Paragraphs>30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33</cp:revision>
  <dcterms:created xsi:type="dcterms:W3CDTF">2020-09-05T16:24:52Z</dcterms:created>
  <dcterms:modified xsi:type="dcterms:W3CDTF">2024-09-23T02:25:25Z</dcterms:modified>
</cp:coreProperties>
</file>