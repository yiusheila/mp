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31"/>
  </p:normalViewPr>
  <p:slideViewPr>
    <p:cSldViewPr snapToGrid="0" snapToObjects="1" showGuides="1">
      <p:cViewPr varScale="1">
        <p:scale>
          <a:sx n="102" d="100"/>
          <a:sy n="102" d="100"/>
        </p:scale>
        <p:origin x="192" y="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261C-7524-0744-8CC9-61BB34CAB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86EB5-F318-2C4F-A335-6073175CA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11D59-1B4B-6D48-8FDB-2740DAB2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49AD-9A02-1E4A-B724-8A606AF8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EC390-642D-C748-B474-3247F3D1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9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7240-F315-8C40-B84A-FAC6E418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9F9C6-8AE3-3F40-A7AA-863BCA04E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3034-1602-6742-921F-53ED8FF93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CB95C-B264-2A42-89D6-BB58C3DD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71597-7756-7941-B7D8-E92ED9C2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6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80CB-DE14-CA45-9E3E-2645B558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AD2A3-7C42-634F-BF9E-B2C3AE789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5FE1F-0367-6E46-8A13-6FC2CD893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EAD22-933C-8F43-AA97-6B48C42E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0C7D9-8C47-EE4B-B685-F090EF95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0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99A0-087F-E245-8D2B-E624E077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8748C-3FE6-0B4A-9A96-C74A8489F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7936B-8457-2548-B165-A291CBAE6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B94DC-4866-934B-8BB4-C348EA60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414D4-37C9-2742-9394-57C6FDD6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F43B8-D383-DF48-A81C-D43A6B6C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6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EB67-2478-1F4C-9AD2-9DC8F7E6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0A43A-5EED-5243-A122-5E973A51F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9FB00-8F41-124E-AFD8-B85163ED3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9E6FB-5B5D-8A4D-80FB-1AF013B01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D0332-86B6-F74D-9E5F-63D70AE08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902955-6981-BD45-9AFF-63B0A272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CE43EB-EE54-E64C-B5A8-90064702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FF1D03-B4C5-1249-A4C5-C3F5C304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32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F9F8-C19D-8847-8329-8E4C9BEE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98EA8-05AA-4342-939F-6A7B3518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5DD6B-36C8-8544-8D64-1E156159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0B2B-F447-2D4C-A73B-79353E4F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1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CF415-C2C7-9E4E-B0E5-BA7243C6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D55C7-ACD3-8F45-957B-B3D783D3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935D8-AA61-A647-B170-F1823E09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6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DF10-1B28-0D4A-97F5-B215912F6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DEE7B-F620-A244-814C-5737FD340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A487F-FDBE-8C4D-A0D8-C07A6E46E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2C00F-8CDD-6E4C-9973-74282CAC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5B121-1011-9C41-BDF4-DBF8EAF1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F7431-0AB2-DE4B-8618-A6D8D295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78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73AE-C983-6E4A-BB39-41F1DD29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B749F-4068-8146-AFCC-E21D3D624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E87EC-18B9-074D-881C-D85F5E4FA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74371-EAD2-7D46-BAFE-46815068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9A71E-584D-4841-9504-EE3AED35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C322B-A705-6140-9B2E-D7A4AFCE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783C-F8C0-C145-BB9D-B740EC3C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A1117-1AEF-FE43-8369-60AC1A326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7A383-13D2-8A43-8293-08EE58EAC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2822C-9384-284B-8F90-7C2EEB8C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4FFFE-D4E6-8648-82C0-43AC22C3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3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6717C-3890-E849-AC1C-EB8DEFFF2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7F07F-8394-F146-8C00-F10689CFB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F35-CC57-4145-B013-070ECBD11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DBBDF-8C81-824F-9F7F-35182E25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B66AF-649A-CE4E-8F74-B5455836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8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BC9E3-02B9-0F4E-B56E-FAD997CB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68382-0E81-8640-BCCC-AA92F5D78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EE945-CDA5-6F46-995C-04044A15D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FBC14-99E5-DF40-BBB4-DD71B5A045B7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05703-A352-2F4F-B80C-19D5E026B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802DE-CA5E-224E-8D1E-E3698A073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04C41-687D-0340-B263-D49453112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49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3FF4019-D262-564A-8D7A-1E5ECD73FB65}"/>
              </a:ext>
            </a:extLst>
          </p:cNvPr>
          <p:cNvGrpSpPr/>
          <p:nvPr/>
        </p:nvGrpSpPr>
        <p:grpSpPr>
          <a:xfrm>
            <a:off x="3752400" y="1604854"/>
            <a:ext cx="4687200" cy="1824146"/>
            <a:chOff x="3995802" y="1604854"/>
            <a:chExt cx="4687200" cy="1824146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CFF154B-0324-AD40-B536-54D27E516232}"/>
                </a:ext>
              </a:extLst>
            </p:cNvPr>
            <p:cNvSpPr/>
            <p:nvPr/>
          </p:nvSpPr>
          <p:spPr>
            <a:xfrm>
              <a:off x="3995802" y="1604854"/>
              <a:ext cx="2343600" cy="1824146"/>
            </a:xfrm>
            <a:custGeom>
              <a:avLst/>
              <a:gdLst>
                <a:gd name="connsiteX0" fmla="*/ 0 w 2342367"/>
                <a:gd name="connsiteY0" fmla="*/ 1816274 h 1824146"/>
                <a:gd name="connsiteX1" fmla="*/ 601249 w 2342367"/>
                <a:gd name="connsiteY1" fmla="*/ 1803748 h 1824146"/>
                <a:gd name="connsiteX2" fmla="*/ 1102291 w 2342367"/>
                <a:gd name="connsiteY2" fmla="*/ 1640910 h 1824146"/>
                <a:gd name="connsiteX3" fmla="*/ 1465545 w 2342367"/>
                <a:gd name="connsiteY3" fmla="*/ 1202499 h 1824146"/>
                <a:gd name="connsiteX4" fmla="*/ 1929008 w 2342367"/>
                <a:gd name="connsiteY4" fmla="*/ 413359 h 1824146"/>
                <a:gd name="connsiteX5" fmla="*/ 2179529 w 2342367"/>
                <a:gd name="connsiteY5" fmla="*/ 75156 h 1824146"/>
                <a:gd name="connsiteX6" fmla="*/ 2342367 w 2342367"/>
                <a:gd name="connsiteY6" fmla="*/ 0 h 18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42367" h="1824146">
                  <a:moveTo>
                    <a:pt x="0" y="1816274"/>
                  </a:moveTo>
                  <a:cubicBezTo>
                    <a:pt x="208767" y="1824624"/>
                    <a:pt x="417534" y="1832975"/>
                    <a:pt x="601249" y="1803748"/>
                  </a:cubicBezTo>
                  <a:cubicBezTo>
                    <a:pt x="784964" y="1774521"/>
                    <a:pt x="958242" y="1741118"/>
                    <a:pt x="1102291" y="1640910"/>
                  </a:cubicBezTo>
                  <a:cubicBezTo>
                    <a:pt x="1246340" y="1540702"/>
                    <a:pt x="1327759" y="1407091"/>
                    <a:pt x="1465545" y="1202499"/>
                  </a:cubicBezTo>
                  <a:cubicBezTo>
                    <a:pt x="1603331" y="997907"/>
                    <a:pt x="1810011" y="601249"/>
                    <a:pt x="1929008" y="413359"/>
                  </a:cubicBezTo>
                  <a:cubicBezTo>
                    <a:pt x="2048005" y="225469"/>
                    <a:pt x="2110636" y="144049"/>
                    <a:pt x="2179529" y="75156"/>
                  </a:cubicBezTo>
                  <a:cubicBezTo>
                    <a:pt x="2248422" y="6263"/>
                    <a:pt x="2295394" y="3131"/>
                    <a:pt x="2342367" y="0"/>
                  </a:cubicBezTo>
                </a:path>
              </a:pathLst>
            </a:cu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457650A-63BC-884C-AD5F-ABB0513B6121}"/>
                </a:ext>
              </a:extLst>
            </p:cNvPr>
            <p:cNvSpPr/>
            <p:nvPr/>
          </p:nvSpPr>
          <p:spPr>
            <a:xfrm flipH="1">
              <a:off x="6339402" y="1604854"/>
              <a:ext cx="2343600" cy="1824146"/>
            </a:xfrm>
            <a:custGeom>
              <a:avLst/>
              <a:gdLst>
                <a:gd name="connsiteX0" fmla="*/ 0 w 2342367"/>
                <a:gd name="connsiteY0" fmla="*/ 1816274 h 1824146"/>
                <a:gd name="connsiteX1" fmla="*/ 601249 w 2342367"/>
                <a:gd name="connsiteY1" fmla="*/ 1803748 h 1824146"/>
                <a:gd name="connsiteX2" fmla="*/ 1102291 w 2342367"/>
                <a:gd name="connsiteY2" fmla="*/ 1640910 h 1824146"/>
                <a:gd name="connsiteX3" fmla="*/ 1465545 w 2342367"/>
                <a:gd name="connsiteY3" fmla="*/ 1202499 h 1824146"/>
                <a:gd name="connsiteX4" fmla="*/ 1929008 w 2342367"/>
                <a:gd name="connsiteY4" fmla="*/ 413359 h 1824146"/>
                <a:gd name="connsiteX5" fmla="*/ 2179529 w 2342367"/>
                <a:gd name="connsiteY5" fmla="*/ 75156 h 1824146"/>
                <a:gd name="connsiteX6" fmla="*/ 2342367 w 2342367"/>
                <a:gd name="connsiteY6" fmla="*/ 0 h 182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42367" h="1824146">
                  <a:moveTo>
                    <a:pt x="0" y="1816274"/>
                  </a:moveTo>
                  <a:cubicBezTo>
                    <a:pt x="208767" y="1824624"/>
                    <a:pt x="417534" y="1832975"/>
                    <a:pt x="601249" y="1803748"/>
                  </a:cubicBezTo>
                  <a:cubicBezTo>
                    <a:pt x="784964" y="1774521"/>
                    <a:pt x="958242" y="1741118"/>
                    <a:pt x="1102291" y="1640910"/>
                  </a:cubicBezTo>
                  <a:cubicBezTo>
                    <a:pt x="1246340" y="1540702"/>
                    <a:pt x="1327759" y="1407091"/>
                    <a:pt x="1465545" y="1202499"/>
                  </a:cubicBezTo>
                  <a:cubicBezTo>
                    <a:pt x="1603331" y="997907"/>
                    <a:pt x="1810011" y="601249"/>
                    <a:pt x="1929008" y="413359"/>
                  </a:cubicBezTo>
                  <a:cubicBezTo>
                    <a:pt x="2048005" y="225469"/>
                    <a:pt x="2110636" y="144049"/>
                    <a:pt x="2179529" y="75156"/>
                  </a:cubicBezTo>
                  <a:cubicBezTo>
                    <a:pt x="2248422" y="6263"/>
                    <a:pt x="2295394" y="3131"/>
                    <a:pt x="2342367" y="0"/>
                  </a:cubicBezTo>
                </a:path>
              </a:pathLst>
            </a:cu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CAEA3F-BBDE-C644-A698-1A74372A32DD}"/>
              </a:ext>
            </a:extLst>
          </p:cNvPr>
          <p:cNvCxnSpPr>
            <a:cxnSpLocks/>
          </p:cNvCxnSpPr>
          <p:nvPr/>
        </p:nvCxnSpPr>
        <p:spPr>
          <a:xfrm flipV="1">
            <a:off x="3752400" y="1302707"/>
            <a:ext cx="0" cy="2126293"/>
          </a:xfrm>
          <a:prstGeom prst="straightConnector1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8412A9-FF0E-7B48-B495-ACC851F004E0}"/>
              </a:ext>
            </a:extLst>
          </p:cNvPr>
          <p:cNvCxnSpPr>
            <a:cxnSpLocks/>
            <a:stCxn id="18" idx="0"/>
          </p:cNvCxnSpPr>
          <p:nvPr/>
        </p:nvCxnSpPr>
        <p:spPr>
          <a:xfrm>
            <a:off x="3752400" y="3421128"/>
            <a:ext cx="5114795" cy="7873"/>
          </a:xfrm>
          <a:prstGeom prst="straightConnector1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1E7FC59-D51A-F543-BCB1-34CAF5821B6F}"/>
              </a:ext>
            </a:extLst>
          </p:cNvPr>
          <p:cNvCxnSpPr>
            <a:cxnSpLocks/>
          </p:cNvCxnSpPr>
          <p:nvPr/>
        </p:nvCxnSpPr>
        <p:spPr>
          <a:xfrm flipV="1">
            <a:off x="6096000" y="1302707"/>
            <a:ext cx="0" cy="2126293"/>
          </a:xfrm>
          <a:prstGeom prst="straightConnector1">
            <a:avLst/>
          </a:prstGeom>
          <a:ln w="25400">
            <a:solidFill>
              <a:schemeClr val="bg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A8684D-29CC-8B4E-93AF-570B360B99C4}"/>
              </a:ext>
            </a:extLst>
          </p:cNvPr>
          <p:cNvCxnSpPr>
            <a:cxnSpLocks/>
          </p:cNvCxnSpPr>
          <p:nvPr/>
        </p:nvCxnSpPr>
        <p:spPr>
          <a:xfrm flipV="1">
            <a:off x="5509364" y="2357980"/>
            <a:ext cx="0" cy="1071022"/>
          </a:xfrm>
          <a:prstGeom prst="straightConnector1">
            <a:avLst/>
          </a:prstGeom>
          <a:ln w="25400">
            <a:solidFill>
              <a:schemeClr val="bg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8EBC64C-D7E1-674C-9DEB-A517346114C5}"/>
              </a:ext>
            </a:extLst>
          </p:cNvPr>
          <p:cNvCxnSpPr>
            <a:cxnSpLocks/>
          </p:cNvCxnSpPr>
          <p:nvPr/>
        </p:nvCxnSpPr>
        <p:spPr>
          <a:xfrm flipV="1">
            <a:off x="6681600" y="2357980"/>
            <a:ext cx="0" cy="1071021"/>
          </a:xfrm>
          <a:prstGeom prst="straightConnector1">
            <a:avLst/>
          </a:prstGeom>
          <a:ln w="25400">
            <a:solidFill>
              <a:schemeClr val="bg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430E8A-EC7F-6E47-B4DE-818BCADEC23D}"/>
              </a:ext>
            </a:extLst>
          </p:cNvPr>
          <p:cNvCxnSpPr>
            <a:cxnSpLocks/>
          </p:cNvCxnSpPr>
          <p:nvPr/>
        </p:nvCxnSpPr>
        <p:spPr>
          <a:xfrm flipV="1">
            <a:off x="4924200" y="3181611"/>
            <a:ext cx="0" cy="252000"/>
          </a:xfrm>
          <a:prstGeom prst="straightConnector1">
            <a:avLst/>
          </a:prstGeom>
          <a:ln w="25400">
            <a:solidFill>
              <a:schemeClr val="bg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0E6437-3801-2A41-9F67-64DF7F014605}"/>
              </a:ext>
            </a:extLst>
          </p:cNvPr>
          <p:cNvCxnSpPr>
            <a:cxnSpLocks/>
          </p:cNvCxnSpPr>
          <p:nvPr/>
        </p:nvCxnSpPr>
        <p:spPr>
          <a:xfrm flipV="1">
            <a:off x="7267800" y="3181611"/>
            <a:ext cx="0" cy="252000"/>
          </a:xfrm>
          <a:prstGeom prst="straightConnector1">
            <a:avLst/>
          </a:prstGeom>
          <a:ln w="25400">
            <a:solidFill>
              <a:schemeClr val="bg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E742F6F-8B7D-AC43-8E06-05AEFD944A29}"/>
              </a:ext>
            </a:extLst>
          </p:cNvPr>
          <p:cNvCxnSpPr>
            <a:cxnSpLocks/>
          </p:cNvCxnSpPr>
          <p:nvPr/>
        </p:nvCxnSpPr>
        <p:spPr>
          <a:xfrm flipV="1">
            <a:off x="4346531" y="3181611"/>
            <a:ext cx="0" cy="247390"/>
          </a:xfrm>
          <a:prstGeom prst="straightConnector1">
            <a:avLst/>
          </a:prstGeom>
          <a:ln w="25400">
            <a:solidFill>
              <a:schemeClr val="bg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A43381B-894A-8949-A010-063F73C25537}"/>
              </a:ext>
            </a:extLst>
          </p:cNvPr>
          <p:cNvCxnSpPr>
            <a:cxnSpLocks/>
          </p:cNvCxnSpPr>
          <p:nvPr/>
        </p:nvCxnSpPr>
        <p:spPr>
          <a:xfrm flipV="1">
            <a:off x="7853819" y="3181611"/>
            <a:ext cx="0" cy="239517"/>
          </a:xfrm>
          <a:prstGeom prst="straightConnector1">
            <a:avLst/>
          </a:prstGeom>
          <a:ln w="25400">
            <a:solidFill>
              <a:schemeClr val="bg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7EC37D7-4ED3-5245-8C44-5E5F9B6D60E2}"/>
              </a:ext>
            </a:extLst>
          </p:cNvPr>
          <p:cNvSpPr txBox="1"/>
          <p:nvPr/>
        </p:nvSpPr>
        <p:spPr>
          <a:xfrm>
            <a:off x="4116892" y="3421128"/>
            <a:ext cx="4125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-3</a:t>
            </a:r>
            <a:r>
              <a:rPr lang="el-GR" dirty="0">
                <a:solidFill>
                  <a:schemeClr val="bg1"/>
                </a:solidFill>
              </a:rPr>
              <a:t>σ</a:t>
            </a:r>
            <a:r>
              <a:rPr lang="en-US" dirty="0">
                <a:solidFill>
                  <a:schemeClr val="bg1"/>
                </a:solidFill>
              </a:rPr>
              <a:t>     -2</a:t>
            </a:r>
            <a:r>
              <a:rPr lang="el-GR" dirty="0">
                <a:solidFill>
                  <a:schemeClr val="bg1"/>
                </a:solidFill>
              </a:rPr>
              <a:t>σ</a:t>
            </a:r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-1</a:t>
            </a:r>
            <a:r>
              <a:rPr lang="el-GR" dirty="0">
                <a:solidFill>
                  <a:schemeClr val="bg1"/>
                </a:solidFill>
              </a:rPr>
              <a:t>σ</a:t>
            </a:r>
            <a:r>
              <a:rPr lang="en-US" dirty="0">
                <a:solidFill>
                  <a:schemeClr val="bg1"/>
                </a:solidFill>
              </a:rPr>
              <a:t>       0        1</a:t>
            </a:r>
            <a:r>
              <a:rPr lang="el-GR" dirty="0">
                <a:solidFill>
                  <a:schemeClr val="bg1"/>
                </a:solidFill>
              </a:rPr>
              <a:t>σ</a:t>
            </a:r>
            <a:r>
              <a:rPr lang="en-US" dirty="0">
                <a:solidFill>
                  <a:schemeClr val="bg1"/>
                </a:solidFill>
              </a:rPr>
              <a:t>       2</a:t>
            </a:r>
            <a:r>
              <a:rPr lang="el-GR" dirty="0">
                <a:solidFill>
                  <a:schemeClr val="bg1"/>
                </a:solidFill>
              </a:rPr>
              <a:t>σ</a:t>
            </a:r>
            <a:r>
              <a:rPr lang="en-US" dirty="0">
                <a:solidFill>
                  <a:schemeClr val="bg1"/>
                </a:solidFill>
              </a:rPr>
              <a:t>      3</a:t>
            </a:r>
            <a:r>
              <a:rPr lang="el-GR" dirty="0">
                <a:solidFill>
                  <a:schemeClr val="bg1"/>
                </a:solidFill>
              </a:rPr>
              <a:t>σ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1DB90-378A-4645-9D97-FAB189B8B082}"/>
              </a:ext>
            </a:extLst>
          </p:cNvPr>
          <p:cNvSpPr txBox="1"/>
          <p:nvPr/>
        </p:nvSpPr>
        <p:spPr>
          <a:xfrm>
            <a:off x="5503815" y="2328325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34.1%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B4A344-8096-D648-AFF8-A77ABBD4906F}"/>
              </a:ext>
            </a:extLst>
          </p:cNvPr>
          <p:cNvSpPr txBox="1"/>
          <p:nvPr/>
        </p:nvSpPr>
        <p:spPr>
          <a:xfrm>
            <a:off x="6082435" y="2328325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34.1%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C5CDD8-1659-1444-AC63-10C3219FAC9E}"/>
              </a:ext>
            </a:extLst>
          </p:cNvPr>
          <p:cNvSpPr txBox="1"/>
          <p:nvPr/>
        </p:nvSpPr>
        <p:spPr>
          <a:xfrm>
            <a:off x="4932131" y="3098523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13.6%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529E29-4301-954F-B562-3A24D6903A0F}"/>
              </a:ext>
            </a:extLst>
          </p:cNvPr>
          <p:cNvSpPr txBox="1"/>
          <p:nvPr/>
        </p:nvSpPr>
        <p:spPr>
          <a:xfrm>
            <a:off x="6663126" y="3098523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13.6%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1EB34A-F97B-CD4D-9FC9-6535C344DAFD}"/>
              </a:ext>
            </a:extLst>
          </p:cNvPr>
          <p:cNvSpPr txBox="1"/>
          <p:nvPr/>
        </p:nvSpPr>
        <p:spPr>
          <a:xfrm>
            <a:off x="4356112" y="2993592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2.1%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167BF1-6935-D74C-BC8D-EA3B0003F8AB}"/>
              </a:ext>
            </a:extLst>
          </p:cNvPr>
          <p:cNvSpPr txBox="1"/>
          <p:nvPr/>
        </p:nvSpPr>
        <p:spPr>
          <a:xfrm>
            <a:off x="7345968" y="2999851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2.1%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203861-13D3-C642-90E7-43FCE6CE4B24}"/>
              </a:ext>
            </a:extLst>
          </p:cNvPr>
          <p:cNvSpPr txBox="1"/>
          <p:nvPr/>
        </p:nvSpPr>
        <p:spPr>
          <a:xfrm>
            <a:off x="3819863" y="3098522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0.1%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21406E-D49A-7E44-A179-A6E63E1F8566}"/>
              </a:ext>
            </a:extLst>
          </p:cNvPr>
          <p:cNvSpPr txBox="1"/>
          <p:nvPr/>
        </p:nvSpPr>
        <p:spPr>
          <a:xfrm>
            <a:off x="7930951" y="3098522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0.1%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BC1D5C-85B7-784E-81B5-9306322BB8D9}"/>
              </a:ext>
            </a:extLst>
          </p:cNvPr>
          <p:cNvSpPr txBox="1"/>
          <p:nvPr/>
        </p:nvSpPr>
        <p:spPr>
          <a:xfrm>
            <a:off x="3317769" y="145096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0.4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2E3343F-76DB-1F4B-A1B1-ACD6793AA82A}"/>
              </a:ext>
            </a:extLst>
          </p:cNvPr>
          <p:cNvCxnSpPr>
            <a:cxnSpLocks/>
          </p:cNvCxnSpPr>
          <p:nvPr/>
        </p:nvCxnSpPr>
        <p:spPr>
          <a:xfrm flipH="1">
            <a:off x="3682939" y="1600650"/>
            <a:ext cx="144000" cy="0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87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</cp:revision>
  <dcterms:created xsi:type="dcterms:W3CDTF">2020-09-13T16:40:39Z</dcterms:created>
  <dcterms:modified xsi:type="dcterms:W3CDTF">2020-09-13T17:01:02Z</dcterms:modified>
</cp:coreProperties>
</file>