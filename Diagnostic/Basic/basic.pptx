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DFF"/>
    <a:srgbClr val="0432FF"/>
    <a:srgbClr val="FFFC00"/>
    <a:srgbClr val="FF40FF"/>
    <a:srgbClr val="00FA00"/>
    <a:srgbClr val="38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8"/>
    <p:restoredTop sz="94674"/>
  </p:normalViewPr>
  <p:slideViewPr>
    <p:cSldViewPr snapToGrid="0" snapToObjects="1" showGuides="1">
      <p:cViewPr>
        <p:scale>
          <a:sx n="217" d="100"/>
          <a:sy n="217" d="100"/>
        </p:scale>
        <p:origin x="-1256" y="-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B7C3-C69E-AA4F-A6F5-37BC86C867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15B64-F2ED-5F4E-B42F-B0608F62A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C6D58-AEC1-3048-815E-621D9721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5113D-5596-C146-8907-25B8C5C5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2C150-F016-574B-9152-40ACDE7E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5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828E-4A2C-ED46-A3D8-A928FA6C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B890-2F32-BA44-98E1-15542D2A8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E66F3-EA4B-D541-8881-24E70014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11AFB-A816-F24D-9E9D-4E9207007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F94C9-EAC0-5449-ABBD-2B30F3B7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20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9A6E0-CDA2-304A-BD0C-B443521BE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2C449-53FE-0946-A058-21F77C9F5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2C9E5-DCE5-C244-A5CB-61DCE750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0A8FC-064B-5D41-BE6F-829C1F5B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16D96-9277-D34D-96EF-2AC3999A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8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C9F3-FDF6-8942-BB2B-DF5937BB5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A4309-B6DB-C940-AA2A-6D09630E6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76CD5-0FE4-B841-904A-96301C733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51308-D9A1-8747-9F55-C8CCF03B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6670D-F8D4-9C48-8BE0-B0E36A4D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285AD-D5CE-F645-977B-7ADA2622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73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170D-F389-DD46-877B-E91D2868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30B5F-7100-7949-8C93-F5F9D6186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65B8C-48ED-8847-85B5-0473D48F0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F41DAC-62DF-6340-A5D5-6397E96B5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997B8A-95AF-5E43-9B8C-0588A98E6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E2B81-B07F-4543-AF45-A4E8DCA0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1601B-F63D-EC49-869C-372B98B2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2D479-0D91-F848-884D-C743EA64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9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81ED-AEFC-6F48-B260-E1CEFE5A9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1DB4E-F2C8-DB41-A1BB-81632705B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88C5D-B13E-D44B-BF9C-2A0C94FA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058BF4-3781-DA4A-936F-3E55C94F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1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EE225F-61D0-C94F-976B-8EBAD49A1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A5126-3225-2E40-86B3-85649B7C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7F4F5-E33C-3F4B-8E01-806566A0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7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A6C9-BC76-E147-AA66-A7BC5826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BA68-CDAE-164C-ADCC-50C5EC4F1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C25CF-CF66-C84E-968F-7ED88428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A842B-51A1-404C-AE8D-B9786A46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42591-4C95-5D4E-82CA-A1077E78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A8EDB-01B7-E148-AA40-270EB0C9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930C-3109-C44B-8F84-B6D90B20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64A7FE-A635-854E-B1B9-23FD77867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263FD-8EF5-BC45-89B2-1C0B0AC00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2A336-151F-514A-B87C-75CA6CBF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4B724-6DC8-CD43-85DC-E5BB036C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36DB1-257D-6D4F-8CBD-2C97482A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45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CBA9-4C0C-FD4F-AD0B-1A9BFB0DD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22DD1-6686-D441-9480-1B9D21AC5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8494A-15D2-774C-B89F-4089A1A0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B1EAA-4D28-B342-B77A-863247FBA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E8AE3-06A1-134A-ABA8-A9F8590BE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26C58-BE73-BF44-BB97-53E4DEBF9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2B7CA-FF5D-2348-AA54-026705CB4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2784-027E-204B-B312-6CE806CD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EB39E-FC83-DB4A-8CFB-49B4D11D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620C3-C3A9-4842-8705-8B4270D1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87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598D35-219C-8E4B-9407-8BD30A21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54C5C-6598-8344-A0EA-BE267C73A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7288A-F4BD-444C-BCFB-E95543F93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59F77-EB17-5A43-BBA4-8FBCBAF9C1D2}" type="datetimeFigureOut">
              <a:rPr lang="en-US" smtClean="0"/>
              <a:t>9/6/20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258D-4C41-4F43-A1D8-110826281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F223E-A37F-834D-99B5-655C52039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9F051-9426-484E-8AE6-EEBBE0356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03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CBA68F03-A051-5E44-B5D1-08A776482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940" y="906153"/>
            <a:ext cx="1625600" cy="16256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542061D-9A6C-C64E-B47D-21A534ED2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005" y="906153"/>
            <a:ext cx="1625600" cy="162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C6EE4E-23E1-EA48-B525-4E3ECEFC6805}"/>
              </a:ext>
            </a:extLst>
          </p:cNvPr>
          <p:cNvSpPr txBox="1"/>
          <p:nvPr/>
        </p:nvSpPr>
        <p:spPr>
          <a:xfrm>
            <a:off x="1981779" y="245485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873411-8837-AB4E-BFD2-A4A036461AE4}"/>
              </a:ext>
            </a:extLst>
          </p:cNvPr>
          <p:cNvSpPr txBox="1"/>
          <p:nvPr/>
        </p:nvSpPr>
        <p:spPr>
          <a:xfrm>
            <a:off x="1026953" y="153428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B7B53-17EF-CA46-8B88-D82B8FF605C5}"/>
              </a:ext>
            </a:extLst>
          </p:cNvPr>
          <p:cNvSpPr txBox="1"/>
          <p:nvPr/>
        </p:nvSpPr>
        <p:spPr>
          <a:xfrm>
            <a:off x="4112820" y="24548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43BA3-6DD3-7E49-8FCD-1916323EF1AD}"/>
              </a:ext>
            </a:extLst>
          </p:cNvPr>
          <p:cNvSpPr txBox="1"/>
          <p:nvPr/>
        </p:nvSpPr>
        <p:spPr>
          <a:xfrm>
            <a:off x="3137888" y="15342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θ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E9FDF5-8CD1-A049-93D7-36E049D50D40}"/>
              </a:ext>
            </a:extLst>
          </p:cNvPr>
          <p:cNvCxnSpPr>
            <a:stCxn id="60" idx="1"/>
            <a:endCxn id="60" idx="3"/>
          </p:cNvCxnSpPr>
          <p:nvPr/>
        </p:nvCxnSpPr>
        <p:spPr>
          <a:xfrm>
            <a:off x="1311005" y="1718953"/>
            <a:ext cx="1625600" cy="0"/>
          </a:xfrm>
          <a:prstGeom prst="line">
            <a:avLst/>
          </a:prstGeom>
          <a:ln w="15875">
            <a:solidFill>
              <a:srgbClr val="00F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D22206-6D29-EB4E-8C3E-77E979DC2F22}"/>
              </a:ext>
            </a:extLst>
          </p:cNvPr>
          <p:cNvCxnSpPr>
            <a:cxnSpLocks/>
          </p:cNvCxnSpPr>
          <p:nvPr/>
        </p:nvCxnSpPr>
        <p:spPr>
          <a:xfrm rot="14580000">
            <a:off x="1284972" y="1677798"/>
            <a:ext cx="1625600" cy="0"/>
          </a:xfrm>
          <a:prstGeom prst="line">
            <a:avLst/>
          </a:prstGeom>
          <a:ln w="15875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97E5F9-5405-0E42-AFCB-5D981BCE725C}"/>
              </a:ext>
            </a:extLst>
          </p:cNvPr>
          <p:cNvCxnSpPr>
            <a:cxnSpLocks/>
          </p:cNvCxnSpPr>
          <p:nvPr/>
        </p:nvCxnSpPr>
        <p:spPr>
          <a:xfrm rot="19980000" flipH="1">
            <a:off x="1310205" y="1718953"/>
            <a:ext cx="1627199" cy="0"/>
          </a:xfrm>
          <a:prstGeom prst="line">
            <a:avLst/>
          </a:prstGeom>
          <a:ln w="15875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F6C7535-5A6A-874E-88FF-6A5703E6539B}"/>
              </a:ext>
            </a:extLst>
          </p:cNvPr>
          <p:cNvCxnSpPr>
            <a:cxnSpLocks/>
          </p:cNvCxnSpPr>
          <p:nvPr/>
        </p:nvCxnSpPr>
        <p:spPr>
          <a:xfrm flipH="1">
            <a:off x="3421940" y="1475540"/>
            <a:ext cx="1627199" cy="0"/>
          </a:xfrm>
          <a:prstGeom prst="line">
            <a:avLst/>
          </a:prstGeom>
          <a:ln w="15875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88FE5C-F50E-D940-9F20-5AC83C37DDE9}"/>
              </a:ext>
            </a:extLst>
          </p:cNvPr>
          <p:cNvGrpSpPr/>
          <p:nvPr/>
        </p:nvGrpSpPr>
        <p:grpSpPr>
          <a:xfrm>
            <a:off x="1391024" y="1069868"/>
            <a:ext cx="1467679" cy="1298460"/>
            <a:chOff x="1391024" y="1069868"/>
            <a:chExt cx="1467679" cy="1298460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07E6408-EFE1-3043-AA47-EF06E6A68CE9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391024" y="1215019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1F471A-5724-4647-8B7C-CFFDE1C19654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1916123" y="1069868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8479D21-9BE0-CD48-AEB9-E391B1B24761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556652" y="1544901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FCF6B3-B423-4944-AC9E-26BB4AF6A721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063268" y="1335881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B26623-7435-0B4C-862C-073CD1214ACD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979858" y="2368328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DE4C803-71B0-A443-84F8-79990111113F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498703" y="2198266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127D06B-A91D-F042-BE50-A80DC6F91292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839840" y="2107307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449489F-53F8-4944-9C16-A1BEA4D43DD3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341940" y="1910619"/>
              <a:ext cx="360000" cy="0"/>
            </a:xfrm>
            <a:prstGeom prst="line">
              <a:avLst/>
            </a:prstGeom>
            <a:ln w="15875">
              <a:solidFill>
                <a:srgbClr val="FF40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9D0F452-78AD-8841-8403-E42EE11CE983}"/>
              </a:ext>
            </a:extLst>
          </p:cNvPr>
          <p:cNvGrpSpPr/>
          <p:nvPr/>
        </p:nvGrpSpPr>
        <p:grpSpPr>
          <a:xfrm rot="5400000">
            <a:off x="1419294" y="1066374"/>
            <a:ext cx="1467679" cy="1298460"/>
            <a:chOff x="1391024" y="1069868"/>
            <a:chExt cx="1467679" cy="129846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41F8E14-7C7A-4E46-ABBE-B301BE85F256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391024" y="1215019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3324224-10C8-064C-9A0C-0A332BD9B341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1916123" y="1069868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CCA7891-2EE9-E94A-B7E8-57F34C532413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556652" y="1544901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EDF0D8B-8E9C-9B4A-895E-201B50F89D76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063268" y="1335881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C21349D-095B-8846-9DE1-3FF58C924D66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979858" y="2368328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932F268-7114-914D-82CF-28819A985B0D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498703" y="2198266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4D7481B-89CB-F141-B6C5-011E4FED9B1B}"/>
                </a:ext>
              </a:extLst>
            </p:cNvPr>
            <p:cNvCxnSpPr>
              <a:cxnSpLocks/>
            </p:cNvCxnSpPr>
            <p:nvPr/>
          </p:nvCxnSpPr>
          <p:spPr>
            <a:xfrm rot="19980000">
              <a:off x="1839840" y="2107307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B2DA443-C441-324A-818C-6E95B18ADAA8}"/>
                </a:ext>
              </a:extLst>
            </p:cNvPr>
            <p:cNvCxnSpPr>
              <a:cxnSpLocks/>
            </p:cNvCxnSpPr>
            <p:nvPr/>
          </p:nvCxnSpPr>
          <p:spPr>
            <a:xfrm rot="9180000">
              <a:off x="2341940" y="1910619"/>
              <a:ext cx="360000" cy="0"/>
            </a:xfrm>
            <a:prstGeom prst="line">
              <a:avLst/>
            </a:prstGeom>
            <a:ln w="15875">
              <a:solidFill>
                <a:srgbClr val="00FA00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4CDF403-0BE7-AA49-90BD-C7FCC08DA5DB}"/>
              </a:ext>
            </a:extLst>
          </p:cNvPr>
          <p:cNvCxnSpPr>
            <a:cxnSpLocks/>
          </p:cNvCxnSpPr>
          <p:nvPr/>
        </p:nvCxnSpPr>
        <p:spPr>
          <a:xfrm flipH="1">
            <a:off x="3420341" y="2293567"/>
            <a:ext cx="1627199" cy="0"/>
          </a:xfrm>
          <a:prstGeom prst="line">
            <a:avLst/>
          </a:prstGeom>
          <a:ln w="15875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B3D6615-622B-AA4D-A01D-08723AE42736}"/>
              </a:ext>
            </a:extLst>
          </p:cNvPr>
          <p:cNvCxnSpPr/>
          <p:nvPr/>
        </p:nvCxnSpPr>
        <p:spPr>
          <a:xfrm>
            <a:off x="3420341" y="2531753"/>
            <a:ext cx="1625600" cy="0"/>
          </a:xfrm>
          <a:prstGeom prst="line">
            <a:avLst/>
          </a:prstGeom>
          <a:ln w="15875">
            <a:solidFill>
              <a:srgbClr val="00F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1C23B41-16A5-4D45-BC5C-8063B06ABEB7}"/>
              </a:ext>
            </a:extLst>
          </p:cNvPr>
          <p:cNvCxnSpPr/>
          <p:nvPr/>
        </p:nvCxnSpPr>
        <p:spPr>
          <a:xfrm>
            <a:off x="3420341" y="906153"/>
            <a:ext cx="1625600" cy="0"/>
          </a:xfrm>
          <a:prstGeom prst="line">
            <a:avLst/>
          </a:prstGeom>
          <a:ln w="15875">
            <a:solidFill>
              <a:srgbClr val="00F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A00CD3-5389-4147-A2F7-4A751ECE7EA8}"/>
              </a:ext>
            </a:extLst>
          </p:cNvPr>
          <p:cNvGrpSpPr/>
          <p:nvPr/>
        </p:nvGrpSpPr>
        <p:grpSpPr>
          <a:xfrm>
            <a:off x="1520498" y="1327714"/>
            <a:ext cx="1153464" cy="791470"/>
            <a:chOff x="1783296" y="2897553"/>
            <a:chExt cx="1153464" cy="79147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24F0B53-0564-F649-BB2C-0503EE0E410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756760" y="307755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DF8A7C5-7B89-4049-A47F-DCBA0A3B05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426878" y="307755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E1206FB-7AD3-2B41-B27D-7397BF693A8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603451" y="307755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BF4EDA66-297E-CB4C-8602-5319560A788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864472" y="307755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C127F42-FD64-6349-873A-77390C5BABC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756605" y="350902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685ED2A-A950-A44C-ABD5-2BCE28D8DFD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426723" y="350902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5F9EE9DF-8662-164F-AB59-33EDCFD0D92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603296" y="350902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5DB4D67-6FDA-824C-A7B0-AE8AA83E06C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864317" y="3509023"/>
              <a:ext cx="360000" cy="0"/>
            </a:xfrm>
            <a:prstGeom prst="line">
              <a:avLst/>
            </a:prstGeom>
            <a:ln w="15875">
              <a:solidFill>
                <a:srgbClr val="00FDFF">
                  <a:alpha val="2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Arc 37">
            <a:extLst>
              <a:ext uri="{FF2B5EF4-FFF2-40B4-BE49-F238E27FC236}">
                <a16:creationId xmlns:a16="http://schemas.microsoft.com/office/drawing/2014/main" id="{BE5D58C7-C256-914B-939B-E6475FFDACDA}"/>
              </a:ext>
            </a:extLst>
          </p:cNvPr>
          <p:cNvSpPr/>
          <p:nvPr/>
        </p:nvSpPr>
        <p:spPr>
          <a:xfrm>
            <a:off x="1830951" y="1504333"/>
            <a:ext cx="500354" cy="457557"/>
          </a:xfrm>
          <a:prstGeom prst="arc">
            <a:avLst>
              <a:gd name="adj1" fmla="val 15338274"/>
              <a:gd name="adj2" fmla="val 21312440"/>
            </a:avLst>
          </a:prstGeom>
          <a:ln w="15875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4CC23083-EA5C-E44E-BC3E-E16420C7B028}"/>
              </a:ext>
            </a:extLst>
          </p:cNvPr>
          <p:cNvSpPr/>
          <p:nvPr/>
        </p:nvSpPr>
        <p:spPr>
          <a:xfrm>
            <a:off x="1830950" y="1419221"/>
            <a:ext cx="593427" cy="542669"/>
          </a:xfrm>
          <a:prstGeom prst="arc">
            <a:avLst>
              <a:gd name="adj1" fmla="val 20148707"/>
              <a:gd name="adj2" fmla="val 312259"/>
            </a:avLst>
          </a:prstGeom>
          <a:ln w="15875">
            <a:solidFill>
              <a:srgbClr val="00F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536F49-7741-FF4D-ABBE-ACD4B76A78EF}"/>
              </a:ext>
            </a:extLst>
          </p:cNvPr>
          <p:cNvSpPr txBox="1"/>
          <p:nvPr/>
        </p:nvSpPr>
        <p:spPr>
          <a:xfrm>
            <a:off x="2375742" y="1509246"/>
            <a:ext cx="308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solidFill>
                  <a:srgbClr val="00FA00"/>
                </a:solidFill>
              </a:rPr>
              <a:t>θ</a:t>
            </a:r>
            <a:r>
              <a:rPr lang="en-US" sz="1100" baseline="-25000" dirty="0">
                <a:solidFill>
                  <a:srgbClr val="00FA00"/>
                </a:solidFill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E06C59-22FD-304F-8E79-2C5F7642C368}"/>
              </a:ext>
            </a:extLst>
          </p:cNvPr>
          <p:cNvSpPr txBox="1"/>
          <p:nvPr/>
        </p:nvSpPr>
        <p:spPr>
          <a:xfrm>
            <a:off x="2076638" y="1321359"/>
            <a:ext cx="308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solidFill>
                  <a:srgbClr val="FF40FF"/>
                </a:solidFill>
              </a:rPr>
              <a:t>θ</a:t>
            </a:r>
            <a:r>
              <a:rPr lang="en-US" sz="1100" baseline="-25000" dirty="0">
                <a:solidFill>
                  <a:srgbClr val="FF40FF"/>
                </a:solidFill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A13246-9E9E-CF40-A3D3-8BFF06C62769}"/>
              </a:ext>
            </a:extLst>
          </p:cNvPr>
          <p:cNvSpPr txBox="1"/>
          <p:nvPr/>
        </p:nvSpPr>
        <p:spPr>
          <a:xfrm>
            <a:off x="3155247" y="2149180"/>
            <a:ext cx="308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solidFill>
                  <a:srgbClr val="00FA00"/>
                </a:solidFill>
              </a:rPr>
              <a:t>θ</a:t>
            </a:r>
            <a:r>
              <a:rPr lang="en-US" sz="1100" baseline="-25000" dirty="0">
                <a:solidFill>
                  <a:srgbClr val="00FA00"/>
                </a:solidFill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8488812-E4F8-7247-A6FF-E9A9E81406C2}"/>
              </a:ext>
            </a:extLst>
          </p:cNvPr>
          <p:cNvSpPr txBox="1"/>
          <p:nvPr/>
        </p:nvSpPr>
        <p:spPr>
          <a:xfrm>
            <a:off x="3155247" y="1327714"/>
            <a:ext cx="308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solidFill>
                  <a:srgbClr val="FF40FF"/>
                </a:solidFill>
              </a:rPr>
              <a:t>θ</a:t>
            </a:r>
            <a:r>
              <a:rPr lang="en-US" sz="1100" baseline="-25000" dirty="0">
                <a:solidFill>
                  <a:srgbClr val="FF40FF"/>
                </a:solidFill>
              </a:rPr>
              <a:t>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BDF9F36-E470-D247-A034-A5AD003F4D49}"/>
              </a:ext>
            </a:extLst>
          </p:cNvPr>
          <p:cNvSpPr txBox="1"/>
          <p:nvPr/>
        </p:nvSpPr>
        <p:spPr>
          <a:xfrm>
            <a:off x="3155247" y="239474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FDFF"/>
                </a:solidFill>
              </a:rPr>
              <a:t>0</a:t>
            </a:r>
            <a:endParaRPr lang="en-US" sz="1100" baseline="-25000" dirty="0">
              <a:solidFill>
                <a:srgbClr val="00FDFF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BAA0A9-C5B9-2342-BDBD-ACD48E5CA776}"/>
              </a:ext>
            </a:extLst>
          </p:cNvPr>
          <p:cNvSpPr txBox="1"/>
          <p:nvPr/>
        </p:nvSpPr>
        <p:spPr>
          <a:xfrm>
            <a:off x="3079750" y="699803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FDFF"/>
                </a:solidFill>
              </a:rPr>
              <a:t>180</a:t>
            </a:r>
            <a:r>
              <a:rPr lang="en-US" dirty="0">
                <a:solidFill>
                  <a:srgbClr val="00FDFF"/>
                </a:solidFill>
              </a:rPr>
              <a:t>°</a:t>
            </a:r>
            <a:endParaRPr lang="en-US" sz="1100" baseline="-25000" dirty="0">
              <a:solidFill>
                <a:srgbClr val="00FD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09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15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35</cp:revision>
  <dcterms:created xsi:type="dcterms:W3CDTF">2020-09-05T05:45:13Z</dcterms:created>
  <dcterms:modified xsi:type="dcterms:W3CDTF">2020-09-06T06:53:12Z</dcterms:modified>
</cp:coreProperties>
</file>