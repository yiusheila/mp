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A99F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74"/>
  </p:normalViewPr>
  <p:slideViewPr>
    <p:cSldViewPr snapToGrid="0" snapToObjects="1" showGuides="1">
      <p:cViewPr>
        <p:scale>
          <a:sx n="153" d="100"/>
          <a:sy n="153" d="100"/>
        </p:scale>
        <p:origin x="-3712" y="-9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AF73-C70F-DD40-8475-42238B068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0DC4C-AFD5-A547-9713-EFEB29241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D433-7938-8944-853C-AE895BC3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2C4C2-8426-EF40-9F98-C3B06F6C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0651B-F329-1C49-8564-53E7665C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6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0E54-EF27-5442-BAD2-DFAD58D6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4BF19-A192-FE4E-A322-87949F8C8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A8E40-4857-4041-9631-E67808559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D7575-095F-2E4B-81D5-75978E82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5838A-414A-334C-8192-56C792CD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0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4BC2-D5FF-624E-943F-BF2D3263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9357A-ED69-9A43-8A7C-DE448316F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5CFB9-7D8C-7B46-8D23-08FE5E9A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59ED3-587A-1E49-B81B-13A20416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39BA8-BF86-9046-A157-0599773E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2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EAC5-EB87-F14A-B3D5-92BD19AC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A528-8943-384C-AC53-702840449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DFD65-FBD3-5041-BABC-1C7DF73C7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C4B8F-7A38-9F41-9BCD-CAC8DD4C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F21B1-1781-084B-AC2C-BF07A276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0B03A-94F4-AE46-B947-EFED5B57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3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5F65-BCD3-F54C-A0CF-BC3026FA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98868-F8B8-D741-8975-A497AB4D7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A51D0-E353-8A45-9412-3BA9A71C4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7B489-AD02-454F-80F5-2A5BCD2EF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8830F-2495-C54F-AFC5-08B1F2617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4CB12-B917-9A46-9EFD-1BA99F157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18F20-1DAE-6547-A3E4-CB020AAD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A696E-E0E4-274D-A772-FE60893E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89B4-6C65-D840-9820-F1AD7353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BDC5E-55B3-9B42-A5FF-330BFEC4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8815B-1BA6-A949-AC31-DB9E425E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0E329-7F58-C748-98B0-2CF30FB9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F02F7-233B-C74D-8C81-871FF727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673A7-0B8C-464F-B7FF-AA8D064B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902BF-282B-1845-B49A-1C5498D4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3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0BC9-6679-BC49-9B38-E15CF105B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30CAD-28A1-F24B-BBB8-0CDD9D017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0CBC7-8167-BE4D-97E3-10746C7B3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24795-5023-F349-90CD-A595043E9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26CE9-71AB-DE4C-9FD5-5C5CD19F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10D34-336E-AB43-82F1-3A6FB06B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8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670E-6507-0547-BF67-83C0D05B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7997E-4B19-124E-B42A-6C6DEBC42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DA90B-F070-8240-8807-51BCEAC75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66FC6-CDA2-A741-B452-2781F7E08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07481-3D4D-164D-872A-375D3590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25B01-D8FB-9442-A719-8B442792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0B24-3116-7C4D-8699-55EE2E6B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32057-84FF-E946-963B-6F984AE14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81FF2-59E3-4E4F-8221-34CDB0DC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DDAF6-7CC6-E742-92D2-EE3AC8D5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4A7F6-8F2C-1143-85D7-FEC2574C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8CC30-8282-334A-AFAA-5DCB30379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5B62C-4686-7842-93B6-BB32D8299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CCA13-F7F8-2943-8832-B143AFC3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21DAD-C9A2-3049-A330-BF6A358C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ABFDB-3E2C-FB45-806A-146BA9BF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032EC-14D4-7046-BA31-99D2CEDD5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3AC76-75BC-7742-A371-AFA0B5893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74662-4F2A-1F46-996A-29913FEED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69CB8-85EE-A24B-9FD9-0BB1D1E0D76B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09E88-B5FC-C346-B6A7-EBC008361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1ABE7-0B80-8044-8ACD-00E090723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C699E-4678-4C45-B3B3-8905526F3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3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9AA7B6-3CBA-3C42-8159-9BFD98E4CD90}"/>
              </a:ext>
            </a:extLst>
          </p:cNvPr>
          <p:cNvSpPr/>
          <p:nvPr/>
        </p:nvSpPr>
        <p:spPr>
          <a:xfrm>
            <a:off x="3519186" y="3429000"/>
            <a:ext cx="4974086" cy="1603331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l-GR" dirty="0">
                <a:solidFill>
                  <a:schemeClr val="bg1"/>
                </a:solidFill>
              </a:rPr>
              <a:t>ρ</a:t>
            </a:r>
            <a:r>
              <a:rPr lang="en-US" baseline="-25000" dirty="0">
                <a:solidFill>
                  <a:schemeClr val="bg1"/>
                </a:solidFill>
              </a:rPr>
              <a:t>e</a:t>
            </a:r>
            <a:r>
              <a:rPr lang="en-US" dirty="0">
                <a:solidFill>
                  <a:schemeClr val="bg1"/>
                </a:solidFill>
              </a:rPr>
              <a:t> = 1</a:t>
            </a:r>
          </a:p>
          <a:p>
            <a:pPr algn="r"/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l-GR" dirty="0">
                <a:solidFill>
                  <a:schemeClr val="bg1"/>
                </a:solidFill>
              </a:rPr>
              <a:t>ρ</a:t>
            </a:r>
            <a:r>
              <a:rPr lang="en-US" baseline="-25000" dirty="0">
                <a:solidFill>
                  <a:schemeClr val="bg1"/>
                </a:solidFill>
              </a:rPr>
              <a:t>e</a:t>
            </a:r>
            <a:r>
              <a:rPr lang="en-US" dirty="0">
                <a:solidFill>
                  <a:schemeClr val="bg1"/>
                </a:solidFill>
              </a:rPr>
              <a:t> = 1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5F5F74-2B2B-7F4D-828A-F5389092CCA7}"/>
              </a:ext>
            </a:extLst>
          </p:cNvPr>
          <p:cNvCxnSpPr>
            <a:cxnSpLocks/>
          </p:cNvCxnSpPr>
          <p:nvPr/>
        </p:nvCxnSpPr>
        <p:spPr>
          <a:xfrm rot="1200000" flipV="1">
            <a:off x="5240267" y="180040"/>
            <a:ext cx="0" cy="500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2BA002-3EA8-5F4C-9096-E464960BB84D}"/>
              </a:ext>
            </a:extLst>
          </p:cNvPr>
          <p:cNvCxnSpPr>
            <a:cxnSpLocks/>
          </p:cNvCxnSpPr>
          <p:nvPr/>
        </p:nvCxnSpPr>
        <p:spPr>
          <a:xfrm rot="-1200000" flipV="1">
            <a:off x="6951733" y="180041"/>
            <a:ext cx="0" cy="500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D839E3C-DFD1-8647-B7BA-8DF96B3778E3}"/>
              </a:ext>
            </a:extLst>
          </p:cNvPr>
          <p:cNvSpPr/>
          <p:nvPr/>
        </p:nvSpPr>
        <p:spPr>
          <a:xfrm>
            <a:off x="3519186" y="3943088"/>
            <a:ext cx="4974086" cy="328287"/>
          </a:xfrm>
          <a:prstGeom prst="rect">
            <a:avLst/>
          </a:prstGeom>
          <a:solidFill>
            <a:schemeClr val="bg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l-GR" dirty="0">
                <a:solidFill>
                  <a:schemeClr val="bg1"/>
                </a:solidFill>
              </a:rPr>
              <a:t>ρ</a:t>
            </a:r>
            <a:r>
              <a:rPr lang="en-US" baseline="-25000" dirty="0">
                <a:solidFill>
                  <a:schemeClr val="bg1"/>
                </a:solidFill>
              </a:rPr>
              <a:t>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838974-745B-284B-9979-AE1A46A15A5C}"/>
              </a:ext>
            </a:extLst>
          </p:cNvPr>
          <p:cNvGrpSpPr/>
          <p:nvPr/>
        </p:nvGrpSpPr>
        <p:grpSpPr>
          <a:xfrm>
            <a:off x="5977337" y="4666800"/>
            <a:ext cx="237326" cy="237326"/>
            <a:chOff x="5977337" y="4666800"/>
            <a:chExt cx="237326" cy="23732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7442AE-81B3-5845-B273-B2C7D6C069E8}"/>
                </a:ext>
              </a:extLst>
            </p:cNvPr>
            <p:cNvSpPr/>
            <p:nvPr/>
          </p:nvSpPr>
          <p:spPr>
            <a:xfrm>
              <a:off x="5977337" y="4666800"/>
              <a:ext cx="237326" cy="237326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         P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B522CD-2946-9149-8967-004326DCD2FF}"/>
                </a:ext>
              </a:extLst>
            </p:cNvPr>
            <p:cNvCxnSpPr>
              <a:cxnSpLocks/>
              <a:stCxn id="17" idx="5"/>
              <a:endCxn id="17" idx="1"/>
            </p:cNvCxnSpPr>
            <p:nvPr/>
          </p:nvCxnSpPr>
          <p:spPr>
            <a:xfrm flipH="1" flipV="1">
              <a:off x="6012093" y="4701556"/>
              <a:ext cx="167814" cy="16781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FADAE6-D684-AD40-94FD-EDFB77E3E4A3}"/>
                </a:ext>
              </a:extLst>
            </p:cNvPr>
            <p:cNvCxnSpPr>
              <a:cxnSpLocks/>
              <a:stCxn id="17" idx="3"/>
              <a:endCxn id="17" idx="7"/>
            </p:cNvCxnSpPr>
            <p:nvPr/>
          </p:nvCxnSpPr>
          <p:spPr>
            <a:xfrm flipV="1">
              <a:off x="6012093" y="4701556"/>
              <a:ext cx="167814" cy="167814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315948-73BF-7F40-A738-7E1A573ADDAB}"/>
              </a:ext>
            </a:extLst>
          </p:cNvPr>
          <p:cNvCxnSpPr/>
          <p:nvPr/>
        </p:nvCxnSpPr>
        <p:spPr>
          <a:xfrm>
            <a:off x="4018935" y="3429000"/>
            <a:ext cx="0" cy="514088"/>
          </a:xfrm>
          <a:prstGeom prst="straightConnector1">
            <a:avLst/>
          </a:prstGeom>
          <a:ln w="254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36E6715-C352-1F45-B249-7B0ACFB814BE}"/>
              </a:ext>
            </a:extLst>
          </p:cNvPr>
          <p:cNvCxnSpPr>
            <a:cxnSpLocks/>
          </p:cNvCxnSpPr>
          <p:nvPr/>
        </p:nvCxnSpPr>
        <p:spPr>
          <a:xfrm>
            <a:off x="4018935" y="3935166"/>
            <a:ext cx="0" cy="336209"/>
          </a:xfrm>
          <a:prstGeom prst="straightConnector1">
            <a:avLst/>
          </a:prstGeom>
          <a:ln w="254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8948859-B8D9-C64D-ABC1-9245C71E46BC}"/>
              </a:ext>
            </a:extLst>
          </p:cNvPr>
          <p:cNvCxnSpPr>
            <a:cxnSpLocks/>
          </p:cNvCxnSpPr>
          <p:nvPr/>
        </p:nvCxnSpPr>
        <p:spPr>
          <a:xfrm>
            <a:off x="4018935" y="4271375"/>
            <a:ext cx="0" cy="514087"/>
          </a:xfrm>
          <a:prstGeom prst="straightConnector1">
            <a:avLst/>
          </a:prstGeom>
          <a:ln w="254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92536D1-D254-FE44-9D97-361002149480}"/>
              </a:ext>
            </a:extLst>
          </p:cNvPr>
          <p:cNvSpPr/>
          <p:nvPr/>
        </p:nvSpPr>
        <p:spPr>
          <a:xfrm>
            <a:off x="4023799" y="3452082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01755D-9DA7-7142-8B90-BA0764AD97EB}"/>
              </a:ext>
            </a:extLst>
          </p:cNvPr>
          <p:cNvSpPr/>
          <p:nvPr/>
        </p:nvSpPr>
        <p:spPr>
          <a:xfrm>
            <a:off x="4033198" y="3902043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FAC320-81A1-7F40-8638-A982A20E6B85}"/>
              </a:ext>
            </a:extLst>
          </p:cNvPr>
          <p:cNvSpPr/>
          <p:nvPr/>
        </p:nvSpPr>
        <p:spPr>
          <a:xfrm>
            <a:off x="4040266" y="4343752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FE7622-D501-4A4F-B2D7-606CD3E81334}"/>
              </a:ext>
            </a:extLst>
          </p:cNvPr>
          <p:cNvCxnSpPr>
            <a:cxnSpLocks/>
          </p:cNvCxnSpPr>
          <p:nvPr/>
        </p:nvCxnSpPr>
        <p:spPr>
          <a:xfrm>
            <a:off x="3519186" y="4785462"/>
            <a:ext cx="4974086" cy="0"/>
          </a:xfrm>
          <a:prstGeom prst="line">
            <a:avLst/>
          </a:prstGeom>
          <a:ln w="254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35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236133" y="2878667"/>
            <a:ext cx="24976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1235866" y="2006600"/>
            <a:ext cx="576000" cy="2592000"/>
          </a:xfrm>
          <a:prstGeom prst="line">
            <a:avLst/>
          </a:prstGeom>
          <a:ln w="2540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158066" y="2006600"/>
            <a:ext cx="576000" cy="2592000"/>
          </a:xfrm>
          <a:prstGeom prst="line">
            <a:avLst/>
          </a:prstGeom>
          <a:ln w="2540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79600" y="3261488"/>
            <a:ext cx="1210732" cy="338667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500461" y="2887133"/>
            <a:ext cx="2005597" cy="1087379"/>
          </a:xfrm>
          <a:custGeom>
            <a:avLst/>
            <a:gdLst>
              <a:gd name="connsiteX0" fmla="*/ 320705 w 2374990"/>
              <a:gd name="connsiteY0" fmla="*/ 0 h 881149"/>
              <a:gd name="connsiteX1" fmla="*/ 151372 w 2374990"/>
              <a:gd name="connsiteY1" fmla="*/ 778934 h 881149"/>
              <a:gd name="connsiteX2" fmla="*/ 2225705 w 2374990"/>
              <a:gd name="connsiteY2" fmla="*/ 787400 h 881149"/>
              <a:gd name="connsiteX3" fmla="*/ 2047905 w 2374990"/>
              <a:gd name="connsiteY3" fmla="*/ 0 h 881149"/>
              <a:gd name="connsiteX0" fmla="*/ 170007 w 2224292"/>
              <a:gd name="connsiteY0" fmla="*/ 0 h 961066"/>
              <a:gd name="connsiteX1" fmla="*/ 674 w 2224292"/>
              <a:gd name="connsiteY1" fmla="*/ 778934 h 961066"/>
              <a:gd name="connsiteX2" fmla="*/ 2075007 w 2224292"/>
              <a:gd name="connsiteY2" fmla="*/ 787400 h 961066"/>
              <a:gd name="connsiteX3" fmla="*/ 1897207 w 2224292"/>
              <a:gd name="connsiteY3" fmla="*/ 0 h 961066"/>
              <a:gd name="connsiteX0" fmla="*/ 169876 w 2080087"/>
              <a:gd name="connsiteY0" fmla="*/ 0 h 1031603"/>
              <a:gd name="connsiteX1" fmla="*/ 543 w 2080087"/>
              <a:gd name="connsiteY1" fmla="*/ 778934 h 1031603"/>
              <a:gd name="connsiteX2" fmla="*/ 2074876 w 2080087"/>
              <a:gd name="connsiteY2" fmla="*/ 787400 h 1031603"/>
              <a:gd name="connsiteX3" fmla="*/ 1897076 w 2080087"/>
              <a:gd name="connsiteY3" fmla="*/ 0 h 1031603"/>
              <a:gd name="connsiteX0" fmla="*/ 169876 w 2080087"/>
              <a:gd name="connsiteY0" fmla="*/ 0 h 1031603"/>
              <a:gd name="connsiteX1" fmla="*/ 543 w 2080087"/>
              <a:gd name="connsiteY1" fmla="*/ 778934 h 1031603"/>
              <a:gd name="connsiteX2" fmla="*/ 2074876 w 2080087"/>
              <a:gd name="connsiteY2" fmla="*/ 787400 h 1031603"/>
              <a:gd name="connsiteX3" fmla="*/ 1897076 w 2080087"/>
              <a:gd name="connsiteY3" fmla="*/ 0 h 1031603"/>
              <a:gd name="connsiteX0" fmla="*/ 169876 w 2080087"/>
              <a:gd name="connsiteY0" fmla="*/ 0 h 1031603"/>
              <a:gd name="connsiteX1" fmla="*/ 543 w 2080087"/>
              <a:gd name="connsiteY1" fmla="*/ 778934 h 1031603"/>
              <a:gd name="connsiteX2" fmla="*/ 2074876 w 2080087"/>
              <a:gd name="connsiteY2" fmla="*/ 787400 h 1031603"/>
              <a:gd name="connsiteX3" fmla="*/ 1897076 w 2080087"/>
              <a:gd name="connsiteY3" fmla="*/ 0 h 1031603"/>
              <a:gd name="connsiteX0" fmla="*/ 169900 w 2075115"/>
              <a:gd name="connsiteY0" fmla="*/ 0 h 1034613"/>
              <a:gd name="connsiteX1" fmla="*/ 567 w 2075115"/>
              <a:gd name="connsiteY1" fmla="*/ 778934 h 1034613"/>
              <a:gd name="connsiteX2" fmla="*/ 2074900 w 2075115"/>
              <a:gd name="connsiteY2" fmla="*/ 787400 h 1034613"/>
              <a:gd name="connsiteX3" fmla="*/ 1897100 w 2075115"/>
              <a:gd name="connsiteY3" fmla="*/ 0 h 1034613"/>
              <a:gd name="connsiteX0" fmla="*/ 170473 w 2075693"/>
              <a:gd name="connsiteY0" fmla="*/ 0 h 1058206"/>
              <a:gd name="connsiteX1" fmla="*/ 1140 w 2075693"/>
              <a:gd name="connsiteY1" fmla="*/ 778934 h 1058206"/>
              <a:gd name="connsiteX2" fmla="*/ 2075473 w 2075693"/>
              <a:gd name="connsiteY2" fmla="*/ 787400 h 1058206"/>
              <a:gd name="connsiteX3" fmla="*/ 1897673 w 2075693"/>
              <a:gd name="connsiteY3" fmla="*/ 0 h 1058206"/>
              <a:gd name="connsiteX0" fmla="*/ 182460 w 2087680"/>
              <a:gd name="connsiteY0" fmla="*/ 0 h 1058206"/>
              <a:gd name="connsiteX1" fmla="*/ 13127 w 2087680"/>
              <a:gd name="connsiteY1" fmla="*/ 778934 h 1058206"/>
              <a:gd name="connsiteX2" fmla="*/ 2087460 w 2087680"/>
              <a:gd name="connsiteY2" fmla="*/ 787400 h 1058206"/>
              <a:gd name="connsiteX3" fmla="*/ 1909660 w 2087680"/>
              <a:gd name="connsiteY3" fmla="*/ 0 h 1058206"/>
              <a:gd name="connsiteX0" fmla="*/ 172077 w 2077297"/>
              <a:gd name="connsiteY0" fmla="*/ 0 h 1058206"/>
              <a:gd name="connsiteX1" fmla="*/ 2744 w 2077297"/>
              <a:gd name="connsiteY1" fmla="*/ 778934 h 1058206"/>
              <a:gd name="connsiteX2" fmla="*/ 2077077 w 2077297"/>
              <a:gd name="connsiteY2" fmla="*/ 787400 h 1058206"/>
              <a:gd name="connsiteX3" fmla="*/ 1899277 w 2077297"/>
              <a:gd name="connsiteY3" fmla="*/ 0 h 1058206"/>
              <a:gd name="connsiteX0" fmla="*/ 170363 w 2075583"/>
              <a:gd name="connsiteY0" fmla="*/ 0 h 1058206"/>
              <a:gd name="connsiteX1" fmla="*/ 1030 w 2075583"/>
              <a:gd name="connsiteY1" fmla="*/ 778934 h 1058206"/>
              <a:gd name="connsiteX2" fmla="*/ 2075363 w 2075583"/>
              <a:gd name="connsiteY2" fmla="*/ 787400 h 1058206"/>
              <a:gd name="connsiteX3" fmla="*/ 1897563 w 2075583"/>
              <a:gd name="connsiteY3" fmla="*/ 0 h 1058206"/>
              <a:gd name="connsiteX0" fmla="*/ 171261 w 2076481"/>
              <a:gd name="connsiteY0" fmla="*/ 0 h 1058206"/>
              <a:gd name="connsiteX1" fmla="*/ 1928 w 2076481"/>
              <a:gd name="connsiteY1" fmla="*/ 778934 h 1058206"/>
              <a:gd name="connsiteX2" fmla="*/ 2076261 w 2076481"/>
              <a:gd name="connsiteY2" fmla="*/ 787400 h 1058206"/>
              <a:gd name="connsiteX3" fmla="*/ 1898461 w 2076481"/>
              <a:gd name="connsiteY3" fmla="*/ 0 h 1058206"/>
              <a:gd name="connsiteX0" fmla="*/ 171261 w 2076481"/>
              <a:gd name="connsiteY0" fmla="*/ 0 h 1006860"/>
              <a:gd name="connsiteX1" fmla="*/ 1928 w 2076481"/>
              <a:gd name="connsiteY1" fmla="*/ 778934 h 1006860"/>
              <a:gd name="connsiteX2" fmla="*/ 2076261 w 2076481"/>
              <a:gd name="connsiteY2" fmla="*/ 787400 h 1006860"/>
              <a:gd name="connsiteX3" fmla="*/ 1898461 w 2076481"/>
              <a:gd name="connsiteY3" fmla="*/ 0 h 1006860"/>
              <a:gd name="connsiteX0" fmla="*/ 171261 w 2076481"/>
              <a:gd name="connsiteY0" fmla="*/ 0 h 1006860"/>
              <a:gd name="connsiteX1" fmla="*/ 1928 w 2076481"/>
              <a:gd name="connsiteY1" fmla="*/ 778934 h 1006860"/>
              <a:gd name="connsiteX2" fmla="*/ 2076261 w 2076481"/>
              <a:gd name="connsiteY2" fmla="*/ 787400 h 1006860"/>
              <a:gd name="connsiteX3" fmla="*/ 1898461 w 2076481"/>
              <a:gd name="connsiteY3" fmla="*/ 0 h 1006860"/>
              <a:gd name="connsiteX0" fmla="*/ 171261 w 2076283"/>
              <a:gd name="connsiteY0" fmla="*/ 0 h 960732"/>
              <a:gd name="connsiteX1" fmla="*/ 1928 w 2076283"/>
              <a:gd name="connsiteY1" fmla="*/ 778934 h 960732"/>
              <a:gd name="connsiteX2" fmla="*/ 2076261 w 2076283"/>
              <a:gd name="connsiteY2" fmla="*/ 787400 h 960732"/>
              <a:gd name="connsiteX3" fmla="*/ 1898461 w 2076283"/>
              <a:gd name="connsiteY3" fmla="*/ 0 h 960732"/>
              <a:gd name="connsiteX0" fmla="*/ 276631 w 2216699"/>
              <a:gd name="connsiteY0" fmla="*/ 7867 h 919117"/>
              <a:gd name="connsiteX1" fmla="*/ 142340 w 2216699"/>
              <a:gd name="connsiteY1" fmla="*/ 778934 h 919117"/>
              <a:gd name="connsiteX2" fmla="*/ 2216673 w 2216699"/>
              <a:gd name="connsiteY2" fmla="*/ 787400 h 919117"/>
              <a:gd name="connsiteX3" fmla="*/ 2038873 w 2216699"/>
              <a:gd name="connsiteY3" fmla="*/ 0 h 919117"/>
              <a:gd name="connsiteX0" fmla="*/ 134459 w 2074522"/>
              <a:gd name="connsiteY0" fmla="*/ 7867 h 984673"/>
              <a:gd name="connsiteX1" fmla="*/ 168 w 2074522"/>
              <a:gd name="connsiteY1" fmla="*/ 778934 h 984673"/>
              <a:gd name="connsiteX2" fmla="*/ 2074501 w 2074522"/>
              <a:gd name="connsiteY2" fmla="*/ 787400 h 984673"/>
              <a:gd name="connsiteX3" fmla="*/ 1896701 w 2074522"/>
              <a:gd name="connsiteY3" fmla="*/ 0 h 984673"/>
              <a:gd name="connsiteX0" fmla="*/ 134459 w 2074522"/>
              <a:gd name="connsiteY0" fmla="*/ 7867 h 987808"/>
              <a:gd name="connsiteX1" fmla="*/ 168 w 2074522"/>
              <a:gd name="connsiteY1" fmla="*/ 778934 h 987808"/>
              <a:gd name="connsiteX2" fmla="*/ 2074501 w 2074522"/>
              <a:gd name="connsiteY2" fmla="*/ 787400 h 987808"/>
              <a:gd name="connsiteX3" fmla="*/ 1896701 w 2074522"/>
              <a:gd name="connsiteY3" fmla="*/ 0 h 987808"/>
              <a:gd name="connsiteX0" fmla="*/ 134459 w 2075412"/>
              <a:gd name="connsiteY0" fmla="*/ 7867 h 1010416"/>
              <a:gd name="connsiteX1" fmla="*/ 168 w 2075412"/>
              <a:gd name="connsiteY1" fmla="*/ 778934 h 1010416"/>
              <a:gd name="connsiteX2" fmla="*/ 2074501 w 2075412"/>
              <a:gd name="connsiteY2" fmla="*/ 787400 h 1010416"/>
              <a:gd name="connsiteX3" fmla="*/ 1896701 w 2075412"/>
              <a:gd name="connsiteY3" fmla="*/ 0 h 1010416"/>
              <a:gd name="connsiteX0" fmla="*/ 134292 w 2075245"/>
              <a:gd name="connsiteY0" fmla="*/ 7867 h 1010416"/>
              <a:gd name="connsiteX1" fmla="*/ 1 w 2075245"/>
              <a:gd name="connsiteY1" fmla="*/ 778934 h 1010416"/>
              <a:gd name="connsiteX2" fmla="*/ 2074334 w 2075245"/>
              <a:gd name="connsiteY2" fmla="*/ 787400 h 1010416"/>
              <a:gd name="connsiteX3" fmla="*/ 1896534 w 2075245"/>
              <a:gd name="connsiteY3" fmla="*/ 0 h 1010416"/>
              <a:gd name="connsiteX0" fmla="*/ 134292 w 2075245"/>
              <a:gd name="connsiteY0" fmla="*/ 7867 h 1010416"/>
              <a:gd name="connsiteX1" fmla="*/ 1 w 2075245"/>
              <a:gd name="connsiteY1" fmla="*/ 778934 h 1010416"/>
              <a:gd name="connsiteX2" fmla="*/ 2074334 w 2075245"/>
              <a:gd name="connsiteY2" fmla="*/ 787400 h 1010416"/>
              <a:gd name="connsiteX3" fmla="*/ 1896534 w 2075245"/>
              <a:gd name="connsiteY3" fmla="*/ 0 h 101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5245" h="1010416">
                <a:moveTo>
                  <a:pt x="134292" y="7867"/>
                </a:moveTo>
                <a:cubicBezTo>
                  <a:pt x="2161" y="504800"/>
                  <a:pt x="806" y="460194"/>
                  <a:pt x="1" y="778934"/>
                </a:cubicBezTo>
                <a:cubicBezTo>
                  <a:pt x="-804" y="1097674"/>
                  <a:pt x="2064628" y="1074569"/>
                  <a:pt x="2074334" y="787400"/>
                </a:cubicBezTo>
                <a:cubicBezTo>
                  <a:pt x="2084040" y="500231"/>
                  <a:pt x="2015622" y="423198"/>
                  <a:pt x="1896534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3792" y="3689253"/>
            <a:ext cx="1230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50%</a:t>
            </a:r>
          </a:p>
          <a:p>
            <a:r>
              <a:rPr lang="en-US" dirty="0">
                <a:solidFill>
                  <a:srgbClr val="FFC000"/>
                </a:solidFill>
              </a:rPr>
              <a:t>Defining 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5325" y="3122378"/>
            <a:ext cx="2081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80 or 90%</a:t>
            </a:r>
          </a:p>
          <a:p>
            <a:r>
              <a:rPr lang="en-US" dirty="0">
                <a:solidFill>
                  <a:srgbClr val="FF33CC"/>
                </a:solidFill>
              </a:rPr>
              <a:t>Prescription </a:t>
            </a:r>
            <a:r>
              <a:rPr lang="en-US" dirty="0" err="1">
                <a:solidFill>
                  <a:srgbClr val="FF33CC"/>
                </a:solidFill>
              </a:rPr>
              <a:t>Isodose</a:t>
            </a:r>
            <a:endParaRPr lang="en-US" dirty="0">
              <a:solidFill>
                <a:srgbClr val="FF33CC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500461" y="4565352"/>
            <a:ext cx="379139" cy="1"/>
          </a:xfrm>
          <a:prstGeom prst="straightConnector1">
            <a:avLst/>
          </a:prstGeom>
          <a:ln w="254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098340" y="4580073"/>
            <a:ext cx="379139" cy="1"/>
          </a:xfrm>
          <a:prstGeom prst="straightConnector1">
            <a:avLst/>
          </a:prstGeom>
          <a:ln w="254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500461" y="3414607"/>
            <a:ext cx="0" cy="1119809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881461" y="3430821"/>
            <a:ext cx="0" cy="1119809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096479" y="3429329"/>
            <a:ext cx="0" cy="1119809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477479" y="3445543"/>
            <a:ext cx="0" cy="1119809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80877" y="4336210"/>
            <a:ext cx="2008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 cm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Lateral Constriction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A83B627-66D8-E240-BBCF-00E4A2E73EEF}"/>
              </a:ext>
            </a:extLst>
          </p:cNvPr>
          <p:cNvGrpSpPr/>
          <p:nvPr/>
        </p:nvGrpSpPr>
        <p:grpSpPr>
          <a:xfrm>
            <a:off x="7435114" y="2448506"/>
            <a:ext cx="2497667" cy="2183914"/>
            <a:chOff x="7390840" y="1821533"/>
            <a:chExt cx="2497667" cy="218391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1E3FEF0-AD6E-2F41-9C2D-27D61D343F63}"/>
                </a:ext>
              </a:extLst>
            </p:cNvPr>
            <p:cNvCxnSpPr>
              <a:cxnSpLocks/>
            </p:cNvCxnSpPr>
            <p:nvPr/>
          </p:nvCxnSpPr>
          <p:spPr>
            <a:xfrm>
              <a:off x="7390840" y="2913490"/>
              <a:ext cx="2497667" cy="0"/>
            </a:xfrm>
            <a:prstGeom prst="line">
              <a:avLst/>
            </a:prstGeom>
            <a:ln w="25400">
              <a:solidFill>
                <a:schemeClr val="bg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A19BE70-11C1-734D-AAFC-B3310BD37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9010" y="2446263"/>
              <a:ext cx="1841326" cy="934454"/>
            </a:xfrm>
            <a:prstGeom prst="line">
              <a:avLst/>
            </a:prstGeom>
            <a:ln w="25400">
              <a:solidFill>
                <a:schemeClr val="bg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0783DC-8C45-0642-977D-3002182219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9673" y="1821533"/>
              <a:ext cx="0" cy="2183914"/>
            </a:xfrm>
            <a:prstGeom prst="line">
              <a:avLst/>
            </a:prstGeom>
            <a:ln w="25400">
              <a:solidFill>
                <a:schemeClr val="bg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6AE1398-3BD6-AC49-958C-AE4E7C468261}"/>
              </a:ext>
            </a:extLst>
          </p:cNvPr>
          <p:cNvGrpSpPr/>
          <p:nvPr/>
        </p:nvGrpSpPr>
        <p:grpSpPr>
          <a:xfrm>
            <a:off x="8147797" y="3112099"/>
            <a:ext cx="1072300" cy="856728"/>
            <a:chOff x="8920228" y="4774075"/>
            <a:chExt cx="1072300" cy="856728"/>
          </a:xfrm>
        </p:grpSpPr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99BBBA3F-1F1F-0F42-871D-85636C6D73A5}"/>
                </a:ext>
              </a:extLst>
            </p:cNvPr>
            <p:cNvSpPr/>
            <p:nvPr/>
          </p:nvSpPr>
          <p:spPr>
            <a:xfrm>
              <a:off x="8920228" y="5423770"/>
              <a:ext cx="1050490" cy="207033"/>
            </a:xfrm>
            <a:prstGeom prst="parallelogram">
              <a:avLst>
                <a:gd name="adj" fmla="val 198403"/>
              </a:avLst>
            </a:prstGeom>
            <a:solidFill>
              <a:srgbClr val="FFFFFF">
                <a:alpha val="50196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665ED6D-08CC-624A-8BC9-0FE60434B623}"/>
                </a:ext>
              </a:extLst>
            </p:cNvPr>
            <p:cNvSpPr/>
            <p:nvPr/>
          </p:nvSpPr>
          <p:spPr>
            <a:xfrm>
              <a:off x="8932754" y="4986867"/>
              <a:ext cx="627582" cy="6434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134E0593-A0E1-774A-82D4-1160F3CF1FB7}"/>
                </a:ext>
              </a:extLst>
            </p:cNvPr>
            <p:cNvSpPr/>
            <p:nvPr/>
          </p:nvSpPr>
          <p:spPr>
            <a:xfrm>
              <a:off x="8932754" y="4775508"/>
              <a:ext cx="1050490" cy="207033"/>
            </a:xfrm>
            <a:prstGeom prst="parallelogram">
              <a:avLst>
                <a:gd name="adj" fmla="val 198403"/>
              </a:avLst>
            </a:prstGeom>
            <a:solidFill>
              <a:srgbClr val="FFFFFF">
                <a:alpha val="50196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5A893CA-2F8C-E540-B7D6-E2EC8758123E}"/>
                </a:ext>
              </a:extLst>
            </p:cNvPr>
            <p:cNvSpPr/>
            <p:nvPr/>
          </p:nvSpPr>
          <p:spPr>
            <a:xfrm>
              <a:off x="9355662" y="4780758"/>
              <a:ext cx="627582" cy="6434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37DFD178-E1F6-1A41-8692-4218B3F3DE97}"/>
                </a:ext>
              </a:extLst>
            </p:cNvPr>
            <p:cNvSpPr/>
            <p:nvPr/>
          </p:nvSpPr>
          <p:spPr>
            <a:xfrm rot="16200000" flipV="1">
              <a:off x="9357583" y="4986112"/>
              <a:ext cx="846982" cy="422908"/>
            </a:xfrm>
            <a:prstGeom prst="parallelogram">
              <a:avLst>
                <a:gd name="adj" fmla="val 49991"/>
              </a:avLst>
            </a:prstGeom>
            <a:solidFill>
              <a:srgbClr val="FFFFFF">
                <a:alpha val="50196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407D32DA-7FB4-8D4F-BB6C-F1313E0811AE}"/>
                </a:ext>
              </a:extLst>
            </p:cNvPr>
            <p:cNvSpPr/>
            <p:nvPr/>
          </p:nvSpPr>
          <p:spPr>
            <a:xfrm rot="16200000" flipV="1">
              <a:off x="8715867" y="4982999"/>
              <a:ext cx="846982" cy="436312"/>
            </a:xfrm>
            <a:prstGeom prst="parallelogram">
              <a:avLst>
                <a:gd name="adj" fmla="val 49991"/>
              </a:avLst>
            </a:prstGeom>
            <a:solidFill>
              <a:srgbClr val="FFFFFF">
                <a:alpha val="50196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A01E6BE-54D9-6F42-AB40-73A965ECC535}"/>
              </a:ext>
            </a:extLst>
          </p:cNvPr>
          <p:cNvSpPr txBox="1"/>
          <p:nvPr/>
        </p:nvSpPr>
        <p:spPr>
          <a:xfrm>
            <a:off x="8278226" y="2144683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0.6 cm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16496-8213-ED4B-AF84-6020BBDFE925}"/>
              </a:ext>
            </a:extLst>
          </p:cNvPr>
          <p:cNvSpPr txBox="1"/>
          <p:nvPr/>
        </p:nvSpPr>
        <p:spPr>
          <a:xfrm>
            <a:off x="9456059" y="3567329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1.2 cm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4759DD-D218-4142-89D9-871B8E5EAAA3}"/>
              </a:ext>
            </a:extLst>
          </p:cNvPr>
          <p:cNvSpPr txBox="1"/>
          <p:nvPr/>
        </p:nvSpPr>
        <p:spPr>
          <a:xfrm>
            <a:off x="7438993" y="3987312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1.2 cm</a:t>
            </a:r>
          </a:p>
        </p:txBody>
      </p:sp>
    </p:spTree>
    <p:extLst>
      <p:ext uri="{BB962C8B-B14F-4D97-AF65-F5344CB8AC3E}">
        <p14:creationId xmlns:p14="http://schemas.microsoft.com/office/powerpoint/2010/main" val="6525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</Words>
  <Application>Microsoft Macintosh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16</cp:revision>
  <dcterms:created xsi:type="dcterms:W3CDTF">2020-09-13T05:57:14Z</dcterms:created>
  <dcterms:modified xsi:type="dcterms:W3CDTF">2021-06-04T02:53:40Z</dcterms:modified>
</cp:coreProperties>
</file>