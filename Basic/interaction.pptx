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74"/>
  </p:normalViewPr>
  <p:slideViewPr>
    <p:cSldViewPr snapToGrid="0" snapToObjects="1">
      <p:cViewPr varScale="1">
        <p:scale>
          <a:sx n="133" d="100"/>
          <a:sy n="133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477B-BF81-FB4B-BD17-5AC1B8ECA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01724-F14D-8343-9366-4AEE8A8AA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F515B-5E04-B940-8C21-C8DDF5EE1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C6FBE-536A-F847-BF8B-DA2241E8E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D34F9-D08A-0C47-8DF8-99B442AB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9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20A9-8361-A248-9ED8-774A4E08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F69C7-680D-7C45-B20E-A705C9E76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229AA-9F5C-614D-B60A-7B014D36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CE9AC-F496-8944-95B1-5FC72F4F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C28D5-A483-8D4A-833F-D8D13B1B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09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7845-561A-D340-826C-91B6BF8D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09077-66BB-AE44-B596-383C75BD6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912E8-3FA3-4F41-ABD7-0A17BE76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EC066-A1E5-EA4F-9C5B-8B2390FD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56965-914D-9A4F-8A0C-A2DD0379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504B-DBE8-1C45-8CAC-893E037E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D1BEA-496C-5946-80E3-E18D76747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21EE9-EAF0-5843-91B4-29148F58E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BED8B-C7AD-7241-BC43-A13D5F70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1AFC1-B14D-FB4C-A269-113C58BA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E4B6C-1C97-6040-A18C-7658601E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9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7B2F6-AD72-984E-A1D0-8CEE3C54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849A4-BEDE-D845-B92B-0941ED4D2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EA253-45E7-7644-9D55-DAEEF7EF7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2FDB8-C3F4-6342-BB18-4107F6BB4B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44186-838D-F049-ABA4-2F61C4057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5B88FE-17BD-2A4E-9C52-996BB6E6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6C4A8-EC82-3042-9334-5764589D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88180-7D49-4843-B4DF-7E6703FE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6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C8971-79E8-6645-84D4-B9DBBF9B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B9EF8-F28B-7448-A5E4-D7729085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68C16-417A-E648-8D93-BFFCE66BA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C993B-AE32-334D-B8CE-BCDC77C0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56383-1413-E442-B0A6-59CFC1E4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F9A3B-C0C9-D945-820C-51E10BCE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BDA3E-7EE7-454E-986A-133D7D32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09B4-8642-E14F-8095-02FDD517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1D99C-6A49-824D-8735-E35F4508F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8A4BF-3FD2-C246-B163-0BC5ABA7F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06DD3-8D17-A34C-BEFF-B9EE1BD2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D8C2A-B568-8344-A328-FD174E1B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B385E-C372-C340-B95C-375E5FD4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8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5F75-F1ED-574F-9006-A7F0A655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9DE71-4183-3348-8493-F6C1DEFD3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B2C03-7F88-754C-9FED-605E65278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52352-7FBA-DD42-9812-B1C8E320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3C4E5-87EB-DD4F-914B-CF35522C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A1B32-032B-914D-85A5-897994E9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8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1CA9-B0A2-8948-9464-87C835AE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F0EF9-10B4-9A44-A0BA-FB6F4B5DE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4EFD-3985-0C48-9BCC-4BB307993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1D0B-A20F-544E-A6D7-1D623864F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8719F-7751-A448-9CA9-A83CC33C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2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F40CF0-5D29-814E-990C-EB865E66D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AABAD-C335-EC4D-8B2E-534F400D5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82372-5104-7F40-91C4-27823666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7FF86-E99B-D04B-BB0D-B2EE0A13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02B3-4E8E-9640-9D52-C7A3DA1E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0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AB601-60A3-C24E-A536-99800ADA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9D2A0-72FB-ED4C-8BDB-77FE5FF3F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ECD1C-3237-BB41-857A-337BB9695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AC047-7B45-D140-9BAC-0DE9699FBAA8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0C7AB-1146-ED46-8384-CED051416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EC372-21A2-2B4E-89D2-4D5A2CAEE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E24B5-B842-6A4F-80E4-C254F49A8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7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9E09D-FAAE-FC40-A24E-7AAE388F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8" y="988498"/>
            <a:ext cx="3615559" cy="2440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3450B5-26FC-534A-866D-14A48373D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931" y="1005806"/>
            <a:ext cx="3615559" cy="2423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9BF149-A9D5-494D-A7F4-71D4D86B8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35614" y="1005806"/>
            <a:ext cx="3484331" cy="244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07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2023-10-05T07:30:43Z</dcterms:created>
  <dcterms:modified xsi:type="dcterms:W3CDTF">2023-10-05T07:42:40Z</dcterms:modified>
</cp:coreProperties>
</file>