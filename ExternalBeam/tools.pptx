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3"/>
  </p:normalViewPr>
  <p:slideViewPr>
    <p:cSldViewPr snapToGrid="0" snapToObjects="1">
      <p:cViewPr varScale="1">
        <p:scale>
          <a:sx n="102" d="100"/>
          <a:sy n="102" d="100"/>
        </p:scale>
        <p:origin x="19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922EB-605B-0940-A6C3-42F73E204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447D5C-FD0E-4749-836F-AC2E3F9D01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DB755-E401-A842-A2E4-F7504F3DC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D1087-B5E0-3B43-95AD-9B12DF9B10FF}" type="datetimeFigureOut">
              <a:rPr lang="en-US" smtClean="0"/>
              <a:t>3/26/25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CA0F5-13D7-5243-8ED5-B7414F521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94568-A3E0-BB4C-9961-902554DBD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B958-0F1A-D84A-9E90-7474CE775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022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B173E-9275-C747-9EA0-6C97109FA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B0191-A310-4F4A-9C4D-89ED8D4F7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7A0DC-7D4E-1A45-82B0-D388CFD11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D1087-B5E0-3B43-95AD-9B12DF9B10FF}" type="datetimeFigureOut">
              <a:rPr lang="en-US" smtClean="0"/>
              <a:t>3/26/25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0C737-4195-0149-8BD5-E6CA818D1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CB9A9-F5B7-E54E-8882-48F9CFCB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B958-0F1A-D84A-9E90-7474CE775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02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E9AE1-5C21-DF4B-AD32-4D8F3FC6B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4F92E-CB61-9D46-85D2-EB40FAA1A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248AC-E1AF-6741-9AF3-4FA9B5A6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D1087-B5E0-3B43-95AD-9B12DF9B10FF}" type="datetimeFigureOut">
              <a:rPr lang="en-US" smtClean="0"/>
              <a:t>3/26/25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B47E1-F27E-434A-8F24-F6A8E89F4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71804-2397-1246-8FA0-3715CEBF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B958-0F1A-D84A-9E90-7474CE775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48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B5597-3F58-0843-B923-F64BB5D69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4673F-3D64-8B48-A897-EBFC6E740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6B22CD-338C-884B-B6D7-4C3BF34A4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FC160-3FE5-A141-B31A-F1231E823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D1087-B5E0-3B43-95AD-9B12DF9B10FF}" type="datetimeFigureOut">
              <a:rPr lang="en-US" smtClean="0"/>
              <a:t>3/26/25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6EFD1-F90B-914C-A458-736E72461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A9B2C-2A24-344D-8247-010FE8B67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B958-0F1A-D84A-9E90-7474CE775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968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C25F1-C2A3-334E-AB77-0E01AC65A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BA4AF0-BAB1-5F43-AF15-AD2627772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991BAF-395B-5543-B3C2-84A117207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B25864-4364-7546-BC65-99C0F7B02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C3FE81-D1BE-A04D-831A-30F3A0792B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A76ABB-977E-B343-9D18-BACA374BC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D1087-B5E0-3B43-95AD-9B12DF9B10FF}" type="datetimeFigureOut">
              <a:rPr lang="en-US" smtClean="0"/>
              <a:t>3/26/25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0E5439-92B7-5544-A3A4-2F431EF41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7FC9C9-46AF-534C-AECB-FCCFEA7CA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B958-0F1A-D84A-9E90-7474CE775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722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B9328-F031-9E43-BAD7-255C50851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720BE0-AB56-B347-982F-144AA1A8B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D1087-B5E0-3B43-95AD-9B12DF9B10FF}" type="datetimeFigureOut">
              <a:rPr lang="en-US" smtClean="0"/>
              <a:t>3/26/25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653A8C-F302-B24C-8260-065C4283B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865A63-DE3F-3942-A114-997108E57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B958-0F1A-D84A-9E90-7474CE775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25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CBCCB6-90AE-DE4B-B2F3-0C8C9FA94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D1087-B5E0-3B43-95AD-9B12DF9B10FF}" type="datetimeFigureOut">
              <a:rPr lang="en-US" smtClean="0"/>
              <a:t>3/26/25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3F38C0-F54B-1647-B8B3-68EB2833B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33468-66BC-E64C-8CCB-290C28347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B958-0F1A-D84A-9E90-7474CE775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20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C2B9F-76BB-8241-8019-E5DBC042B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8C4FB-73C5-D041-AF57-0E44D4D8F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B9897-0132-1142-935A-940DF5070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615B7-3E32-FE4F-9AA6-5744FD68E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D1087-B5E0-3B43-95AD-9B12DF9B10FF}" type="datetimeFigureOut">
              <a:rPr lang="en-US" smtClean="0"/>
              <a:t>3/26/25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3D145-B643-1B45-9361-4EC6F2878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A5FADC-EA01-3745-94D6-7B7B13C7D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B958-0F1A-D84A-9E90-7474CE775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617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D4188-608C-C54D-B57A-771FDD686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3286C2-ED1A-B540-9D74-AF90FC75F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5A7B2-51C8-2A49-ABC3-616EC097D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CB61A-E079-5144-8CC6-C143A7D58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D1087-B5E0-3B43-95AD-9B12DF9B10FF}" type="datetimeFigureOut">
              <a:rPr lang="en-US" smtClean="0"/>
              <a:t>3/26/25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33CF9-4AC3-BF4A-AF9F-98DECB8A1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3A8FB-56C0-B946-BC2D-F950C5A8C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B958-0F1A-D84A-9E90-7474CE775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185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82362-F3E3-2646-B578-8F1A89A56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5FCF7F-48AD-5E4F-9027-FA9845CCC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792B4-3A1A-F243-A66F-DE8C4B131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D1087-B5E0-3B43-95AD-9B12DF9B10FF}" type="datetimeFigureOut">
              <a:rPr lang="en-US" smtClean="0"/>
              <a:t>3/26/25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CCB5E-B168-8E42-A04A-893D77BE1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07418-EED9-CD4C-9E03-556A02225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B958-0F1A-D84A-9E90-7474CE775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968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3D042F-5384-014C-893E-EC30A443F4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0FFAB3-487E-D640-BAB7-3879A1906F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C2DCD-8881-524A-81A7-5813C4AD5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D1087-B5E0-3B43-95AD-9B12DF9B10FF}" type="datetimeFigureOut">
              <a:rPr lang="en-US" smtClean="0"/>
              <a:t>3/26/25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38753-FA41-F340-BF3A-0F0DCF785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CFFF5-C05E-1C48-9162-E619EE588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CB958-0F1A-D84A-9E90-7474CE775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D792F9-BBCC-FD44-88C4-EDB6D68EE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5FEA7-6D70-AE4F-9A87-F77719D77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739E7-B953-3641-8C5F-7DECB57CAE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D1087-B5E0-3B43-95AD-9B12DF9B10FF}" type="datetimeFigureOut">
              <a:rPr lang="en-US" smtClean="0"/>
              <a:t>3/26/25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C4D6E-9267-024C-AEF3-1DFED6FDB0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251F1-1936-C345-B8CB-069F82A36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CB958-0F1A-D84A-9E90-7474CE775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792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4A75E2-B39C-4F4A-B60F-548CC5E62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989" y="669073"/>
            <a:ext cx="7717090" cy="528567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40F8164-A0D9-E34F-9458-502C6D3289CA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840110" y="1416205"/>
            <a:ext cx="1323534" cy="418247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24FD25B-12E7-5447-B31E-975201F04EAB}"/>
              </a:ext>
            </a:extLst>
          </p:cNvPr>
          <p:cNvSpPr txBox="1"/>
          <p:nvPr/>
        </p:nvSpPr>
        <p:spPr>
          <a:xfrm>
            <a:off x="348437" y="1834452"/>
            <a:ext cx="9833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Integrated </a:t>
            </a:r>
          </a:p>
          <a:p>
            <a:r>
              <a:rPr lang="en-US" sz="1400" dirty="0">
                <a:latin typeface="+mj-lt"/>
              </a:rPr>
              <a:t>handle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A87B83-B0C3-C140-B237-D406663887D6}"/>
              </a:ext>
            </a:extLst>
          </p:cNvPr>
          <p:cNvCxnSpPr>
            <a:cxnSpLocks/>
          </p:cNvCxnSpPr>
          <p:nvPr/>
        </p:nvCxnSpPr>
        <p:spPr>
          <a:xfrm>
            <a:off x="4935094" y="1625328"/>
            <a:ext cx="952138" cy="209124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BB76EA4-2316-FC4E-BADE-51A482E4BA09}"/>
              </a:ext>
            </a:extLst>
          </p:cNvPr>
          <p:cNvSpPr txBox="1"/>
          <p:nvPr/>
        </p:nvSpPr>
        <p:spPr>
          <a:xfrm>
            <a:off x="5874754" y="1729890"/>
            <a:ext cx="1311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Connection Box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6A2EAB8-3128-F543-9E1E-4ED74AE76CA9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828727" y="1152395"/>
            <a:ext cx="1164872" cy="423607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6A0C75E-A977-6149-B859-C42510B083D3}"/>
              </a:ext>
            </a:extLst>
          </p:cNvPr>
          <p:cNvSpPr txBox="1"/>
          <p:nvPr/>
        </p:nvSpPr>
        <p:spPr>
          <a:xfrm>
            <a:off x="5993599" y="1422113"/>
            <a:ext cx="1268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Leveling Frame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09F0A01-E138-A643-803B-012F94C6D71D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4935094" y="1058827"/>
            <a:ext cx="2818425" cy="1201354"/>
          </a:xfrm>
          <a:prstGeom prst="bentConnector2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E45047F-6C84-AA41-968E-D4614969CF4B}"/>
              </a:ext>
            </a:extLst>
          </p:cNvPr>
          <p:cNvGrpSpPr/>
          <p:nvPr/>
        </p:nvGrpSpPr>
        <p:grpSpPr>
          <a:xfrm>
            <a:off x="6772608" y="2260181"/>
            <a:ext cx="3175342" cy="1649713"/>
            <a:chOff x="7798724" y="669073"/>
            <a:chExt cx="3175342" cy="1649713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058FF63-14D7-9A44-ABCB-EBA5F0147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98724" y="669073"/>
              <a:ext cx="1961821" cy="1649713"/>
            </a:xfrm>
            <a:prstGeom prst="rect">
              <a:avLst/>
            </a:prstGeom>
            <a:ln w="6350">
              <a:solidFill>
                <a:schemeClr val="dk1"/>
              </a:solidFill>
            </a:ln>
          </p:spPr>
        </p:pic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4B51F66-6707-4B4A-BDE8-03705F093EFC}"/>
                </a:ext>
              </a:extLst>
            </p:cNvPr>
            <p:cNvCxnSpPr>
              <a:cxnSpLocks/>
            </p:cNvCxnSpPr>
            <p:nvPr/>
          </p:nvCxnSpPr>
          <p:spPr>
            <a:xfrm>
              <a:off x="8931057" y="1235328"/>
              <a:ext cx="1063574" cy="153889"/>
            </a:xfrm>
            <a:prstGeom prst="line">
              <a:avLst/>
            </a:prstGeom>
            <a:ln w="63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9D79E2E-E07C-2949-BF9F-AC1AF8A7E833}"/>
                </a:ext>
              </a:extLst>
            </p:cNvPr>
            <p:cNvSpPr txBox="1"/>
            <p:nvPr/>
          </p:nvSpPr>
          <p:spPr>
            <a:xfrm>
              <a:off x="9994631" y="1262316"/>
              <a:ext cx="9794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+mj-lt"/>
                </a:rPr>
                <a:t>Lock Screw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41A6C81-1DFB-4F40-BE5B-0D7333CFBE2A}"/>
                </a:ext>
              </a:extLst>
            </p:cNvPr>
            <p:cNvCxnSpPr>
              <a:cxnSpLocks/>
            </p:cNvCxnSpPr>
            <p:nvPr/>
          </p:nvCxnSpPr>
          <p:spPr>
            <a:xfrm>
              <a:off x="9015971" y="1732294"/>
              <a:ext cx="953768" cy="102158"/>
            </a:xfrm>
            <a:prstGeom prst="line">
              <a:avLst/>
            </a:prstGeom>
            <a:ln w="63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D4AA843-0954-E44F-9EBC-4BF06CBDF0FA}"/>
                </a:ext>
              </a:extLst>
            </p:cNvPr>
            <p:cNvSpPr txBox="1"/>
            <p:nvPr/>
          </p:nvSpPr>
          <p:spPr>
            <a:xfrm>
              <a:off x="9940485" y="1680563"/>
              <a:ext cx="85048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+mj-lt"/>
                </a:rPr>
                <a:t>Levelling </a:t>
              </a:r>
            </a:p>
            <a:p>
              <a:r>
                <a:rPr lang="en-US" sz="1400" dirty="0">
                  <a:latin typeface="+mj-lt"/>
                </a:rPr>
                <a:t>Screw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5000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1043</TotalTime>
  <Words>10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5</cp:revision>
  <dcterms:created xsi:type="dcterms:W3CDTF">2025-03-26T08:23:05Z</dcterms:created>
  <dcterms:modified xsi:type="dcterms:W3CDTF">2025-03-27T01:46:54Z</dcterms:modified>
</cp:coreProperties>
</file>